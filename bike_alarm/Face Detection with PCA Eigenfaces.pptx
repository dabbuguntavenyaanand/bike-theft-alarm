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</p:sldIdLst>
  <p:sldSz cx="18288000" cy="10287000"/>
  <p:notesSz cx="6858000" cy="9144000"/>
  <p:embeddedFontLst>
    <p:embeddedFont>
      <p:font typeface="Asap" panose="020B0604020202020204" charset="0"/>
      <p:regular r:id="rId20"/>
    </p:embeddedFont>
    <p:embeddedFont>
      <p:font typeface="Atteron" panose="02000503000000020003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62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pya Nakka" userId="d41553823618856a" providerId="LiveId" clId="{49210E53-F242-4B12-B1BD-8369E9D23E6D}"/>
    <pc:docChg chg="delSld modSld">
      <pc:chgData name="Gopya Nakka" userId="d41553823618856a" providerId="LiveId" clId="{49210E53-F242-4B12-B1BD-8369E9D23E6D}" dt="2026-04-15T04:04:42.629" v="287" actId="47"/>
      <pc:docMkLst>
        <pc:docMk/>
      </pc:docMkLst>
      <pc:sldChg chg="modSp mod">
        <pc:chgData name="Gopya Nakka" userId="d41553823618856a" providerId="LiveId" clId="{49210E53-F242-4B12-B1BD-8369E9D23E6D}" dt="2026-04-15T02:59:07.923" v="4" actId="1076"/>
        <pc:sldMkLst>
          <pc:docMk/>
          <pc:sldMk cId="0" sldId="256"/>
        </pc:sldMkLst>
        <pc:spChg chg="mod">
          <ac:chgData name="Gopya Nakka" userId="d41553823618856a" providerId="LiveId" clId="{49210E53-F242-4B12-B1BD-8369E9D23E6D}" dt="2026-04-15T02:57:58.640" v="0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Gopya Nakka" userId="d41553823618856a" providerId="LiveId" clId="{49210E53-F242-4B12-B1BD-8369E9D23E6D}" dt="2026-04-15T02:59:07.923" v="4" actId="1076"/>
          <ac:spMkLst>
            <pc:docMk/>
            <pc:sldMk cId="0" sldId="256"/>
            <ac:spMk id="9" creationId="{00000000-0000-0000-0000-000000000000}"/>
          </ac:spMkLst>
        </pc:spChg>
      </pc:sldChg>
      <pc:sldChg chg="delSp modSp mod">
        <pc:chgData name="Gopya Nakka" userId="d41553823618856a" providerId="LiveId" clId="{49210E53-F242-4B12-B1BD-8369E9D23E6D}" dt="2026-04-15T03:00:04.490" v="48"/>
        <pc:sldMkLst>
          <pc:docMk/>
          <pc:sldMk cId="0" sldId="257"/>
        </pc:sldMkLst>
        <pc:spChg chg="mod">
          <ac:chgData name="Gopya Nakka" userId="d41553823618856a" providerId="LiveId" clId="{49210E53-F242-4B12-B1BD-8369E9D23E6D}" dt="2026-04-15T02:59:24.179" v="5" actId="1076"/>
          <ac:spMkLst>
            <pc:docMk/>
            <pc:sldMk cId="0" sldId="257"/>
            <ac:spMk id="10" creationId="{00000000-0000-0000-0000-000000000000}"/>
          </ac:spMkLst>
        </pc:spChg>
        <pc:spChg chg="del mod">
          <ac:chgData name="Gopya Nakka" userId="d41553823618856a" providerId="LiveId" clId="{49210E53-F242-4B12-B1BD-8369E9D23E6D}" dt="2026-04-15T03:00:04.490" v="48"/>
          <ac:spMkLst>
            <pc:docMk/>
            <pc:sldMk cId="0" sldId="257"/>
            <ac:spMk id="11" creationId="{00000000-0000-0000-0000-000000000000}"/>
          </ac:spMkLst>
        </pc:spChg>
        <pc:spChg chg="mod">
          <ac:chgData name="Gopya Nakka" userId="d41553823618856a" providerId="LiveId" clId="{49210E53-F242-4B12-B1BD-8369E9D23E6D}" dt="2026-04-15T02:59:51.903" v="44" actId="1076"/>
          <ac:spMkLst>
            <pc:docMk/>
            <pc:sldMk cId="0" sldId="257"/>
            <ac:spMk id="12" creationId="{00000000-0000-0000-0000-000000000000}"/>
          </ac:spMkLst>
        </pc:spChg>
        <pc:grpChg chg="mod">
          <ac:chgData name="Gopya Nakka" userId="d41553823618856a" providerId="LiveId" clId="{49210E53-F242-4B12-B1BD-8369E9D23E6D}" dt="2026-04-15T03:00:03.357" v="46" actId="1076"/>
          <ac:grpSpMkLst>
            <pc:docMk/>
            <pc:sldMk cId="0" sldId="257"/>
            <ac:grpSpMk id="7" creationId="{00000000-0000-0000-0000-000000000000}"/>
          </ac:grpSpMkLst>
        </pc:grpChg>
        <pc:grpChg chg="mod">
          <ac:chgData name="Gopya Nakka" userId="d41553823618856a" providerId="LiveId" clId="{49210E53-F242-4B12-B1BD-8369E9D23E6D}" dt="2026-04-15T02:59:56.533" v="45" actId="1076"/>
          <ac:grpSpMkLst>
            <pc:docMk/>
            <pc:sldMk cId="0" sldId="257"/>
            <ac:grpSpMk id="13" creationId="{00000000-0000-0000-0000-000000000000}"/>
          </ac:grpSpMkLst>
        </pc:grpChg>
      </pc:sldChg>
      <pc:sldChg chg="delSp modSp mod">
        <pc:chgData name="Gopya Nakka" userId="d41553823618856a" providerId="LiveId" clId="{49210E53-F242-4B12-B1BD-8369E9D23E6D}" dt="2026-04-15T03:01:00.522" v="58"/>
        <pc:sldMkLst>
          <pc:docMk/>
          <pc:sldMk cId="0" sldId="258"/>
        </pc:sldMkLst>
        <pc:spChg chg="mod">
          <ac:chgData name="Gopya Nakka" userId="d41553823618856a" providerId="LiveId" clId="{49210E53-F242-4B12-B1BD-8369E9D23E6D}" dt="2026-04-15T03:00:58.903" v="56" actId="1038"/>
          <ac:spMkLst>
            <pc:docMk/>
            <pc:sldMk cId="0" sldId="258"/>
            <ac:spMk id="2" creationId="{00000000-0000-0000-0000-000000000000}"/>
          </ac:spMkLst>
        </pc:spChg>
        <pc:spChg chg="mod">
          <ac:chgData name="Gopya Nakka" userId="d41553823618856a" providerId="LiveId" clId="{49210E53-F242-4B12-B1BD-8369E9D23E6D}" dt="2026-04-15T03:00:33.023" v="51" actId="1076"/>
          <ac:spMkLst>
            <pc:docMk/>
            <pc:sldMk cId="0" sldId="258"/>
            <ac:spMk id="10" creationId="{00000000-0000-0000-0000-000000000000}"/>
          </ac:spMkLst>
        </pc:spChg>
        <pc:spChg chg="del mod">
          <ac:chgData name="Gopya Nakka" userId="d41553823618856a" providerId="LiveId" clId="{49210E53-F242-4B12-B1BD-8369E9D23E6D}" dt="2026-04-15T03:01:00.522" v="58"/>
          <ac:spMkLst>
            <pc:docMk/>
            <pc:sldMk cId="0" sldId="258"/>
            <ac:spMk id="11" creationId="{00000000-0000-0000-0000-000000000000}"/>
          </ac:spMkLst>
        </pc:spChg>
        <pc:spChg chg="mod">
          <ac:chgData name="Gopya Nakka" userId="d41553823618856a" providerId="LiveId" clId="{49210E53-F242-4B12-B1BD-8369E9D23E6D}" dt="2026-04-15T03:00:56.962" v="55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Gopya Nakka" userId="d41553823618856a" providerId="LiveId" clId="{49210E53-F242-4B12-B1BD-8369E9D23E6D}" dt="2026-04-15T03:00:51.691" v="54" actId="1076"/>
          <ac:spMkLst>
            <pc:docMk/>
            <pc:sldMk cId="0" sldId="258"/>
            <ac:spMk id="14" creationId="{00000000-0000-0000-0000-000000000000}"/>
          </ac:spMkLst>
        </pc:spChg>
        <pc:grpChg chg="mod">
          <ac:chgData name="Gopya Nakka" userId="d41553823618856a" providerId="LiveId" clId="{49210E53-F242-4B12-B1BD-8369E9D23E6D}" dt="2026-04-15T03:00:44.721" v="53" actId="1076"/>
          <ac:grpSpMkLst>
            <pc:docMk/>
            <pc:sldMk cId="0" sldId="258"/>
            <ac:grpSpMk id="7" creationId="{00000000-0000-0000-0000-000000000000}"/>
          </ac:grpSpMkLst>
        </pc:grpChg>
      </pc:sldChg>
      <pc:sldChg chg="delSp modSp mod">
        <pc:chgData name="Gopya Nakka" userId="d41553823618856a" providerId="LiveId" clId="{49210E53-F242-4B12-B1BD-8369E9D23E6D}" dt="2026-04-15T03:01:23.557" v="98"/>
        <pc:sldMkLst>
          <pc:docMk/>
          <pc:sldMk cId="0" sldId="259"/>
        </pc:sldMkLst>
        <pc:spChg chg="del mod">
          <ac:chgData name="Gopya Nakka" userId="d41553823618856a" providerId="LiveId" clId="{49210E53-F242-4B12-B1BD-8369E9D23E6D}" dt="2026-04-15T03:01:23.557" v="98"/>
          <ac:spMkLst>
            <pc:docMk/>
            <pc:sldMk cId="0" sldId="259"/>
            <ac:spMk id="11" creationId="{00000000-0000-0000-0000-000000000000}"/>
          </ac:spMkLst>
        </pc:spChg>
        <pc:spChg chg="mod">
          <ac:chgData name="Gopya Nakka" userId="d41553823618856a" providerId="LiveId" clId="{49210E53-F242-4B12-B1BD-8369E9D23E6D}" dt="2026-04-15T03:01:20.299" v="96" actId="1076"/>
          <ac:spMkLst>
            <pc:docMk/>
            <pc:sldMk cId="0" sldId="259"/>
            <ac:spMk id="12" creationId="{00000000-0000-0000-0000-000000000000}"/>
          </ac:spMkLst>
        </pc:spChg>
      </pc:sldChg>
      <pc:sldChg chg="delSp modSp mod">
        <pc:chgData name="Gopya Nakka" userId="d41553823618856a" providerId="LiveId" clId="{49210E53-F242-4B12-B1BD-8369E9D23E6D}" dt="2026-04-15T03:02:43.113" v="149"/>
        <pc:sldMkLst>
          <pc:docMk/>
          <pc:sldMk cId="0" sldId="260"/>
        </pc:sldMkLst>
        <pc:spChg chg="mod">
          <ac:chgData name="Gopya Nakka" userId="d41553823618856a" providerId="LiveId" clId="{49210E53-F242-4B12-B1BD-8369E9D23E6D}" dt="2026-04-15T03:01:54.606" v="139" actId="1076"/>
          <ac:spMkLst>
            <pc:docMk/>
            <pc:sldMk cId="0" sldId="260"/>
            <ac:spMk id="10" creationId="{00000000-0000-0000-0000-000000000000}"/>
          </ac:spMkLst>
        </pc:spChg>
        <pc:spChg chg="del mod">
          <ac:chgData name="Gopya Nakka" userId="d41553823618856a" providerId="LiveId" clId="{49210E53-F242-4B12-B1BD-8369E9D23E6D}" dt="2026-04-15T03:02:43.113" v="149"/>
          <ac:spMkLst>
            <pc:docMk/>
            <pc:sldMk cId="0" sldId="260"/>
            <ac:spMk id="11" creationId="{00000000-0000-0000-0000-000000000000}"/>
          </ac:spMkLst>
        </pc:spChg>
        <pc:spChg chg="mod">
          <ac:chgData name="Gopya Nakka" userId="d41553823618856a" providerId="LiveId" clId="{49210E53-F242-4B12-B1BD-8369E9D23E6D}" dt="2026-04-15T03:02:18.750" v="143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Gopya Nakka" userId="d41553823618856a" providerId="LiveId" clId="{49210E53-F242-4B12-B1BD-8369E9D23E6D}" dt="2026-04-15T03:02:00.604" v="140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Gopya Nakka" userId="d41553823618856a" providerId="LiveId" clId="{49210E53-F242-4B12-B1BD-8369E9D23E6D}" dt="2026-04-15T03:02:41.643" v="147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Gopya Nakka" userId="d41553823618856a" providerId="LiveId" clId="{49210E53-F242-4B12-B1BD-8369E9D23E6D}" dt="2026-04-15T03:02:33.661" v="146" actId="1076"/>
          <ac:spMkLst>
            <pc:docMk/>
            <pc:sldMk cId="0" sldId="260"/>
            <ac:spMk id="15" creationId="{00000000-0000-0000-0000-000000000000}"/>
          </ac:spMkLst>
        </pc:spChg>
        <pc:grpChg chg="mod">
          <ac:chgData name="Gopya Nakka" userId="d41553823618856a" providerId="LiveId" clId="{49210E53-F242-4B12-B1BD-8369E9D23E6D}" dt="2026-04-15T03:02:28.410" v="145" actId="1076"/>
          <ac:grpSpMkLst>
            <pc:docMk/>
            <pc:sldMk cId="0" sldId="260"/>
            <ac:grpSpMk id="7" creationId="{00000000-0000-0000-0000-000000000000}"/>
          </ac:grpSpMkLst>
        </pc:grpChg>
      </pc:sldChg>
      <pc:sldChg chg="delSp modSp mod">
        <pc:chgData name="Gopya Nakka" userId="d41553823618856a" providerId="LiveId" clId="{49210E53-F242-4B12-B1BD-8369E9D23E6D}" dt="2026-04-15T03:02:53.549" v="188"/>
        <pc:sldMkLst>
          <pc:docMk/>
          <pc:sldMk cId="0" sldId="261"/>
        </pc:sldMkLst>
        <pc:spChg chg="del mod">
          <ac:chgData name="Gopya Nakka" userId="d41553823618856a" providerId="LiveId" clId="{49210E53-F242-4B12-B1BD-8369E9D23E6D}" dt="2026-04-15T03:02:53.549" v="188"/>
          <ac:spMkLst>
            <pc:docMk/>
            <pc:sldMk cId="0" sldId="261"/>
            <ac:spMk id="11" creationId="{00000000-0000-0000-0000-000000000000}"/>
          </ac:spMkLst>
        </pc:spChg>
      </pc:sldChg>
      <pc:sldChg chg="delSp modSp mod">
        <pc:chgData name="Gopya Nakka" userId="d41553823618856a" providerId="LiveId" clId="{49210E53-F242-4B12-B1BD-8369E9D23E6D}" dt="2026-04-15T03:04:07.468" v="237" actId="1076"/>
        <pc:sldMkLst>
          <pc:docMk/>
          <pc:sldMk cId="0" sldId="262"/>
        </pc:sldMkLst>
        <pc:spChg chg="mod">
          <ac:chgData name="Gopya Nakka" userId="d41553823618856a" providerId="LiveId" clId="{49210E53-F242-4B12-B1BD-8369E9D23E6D}" dt="2026-04-15T03:03:17.468" v="227" actId="1076"/>
          <ac:spMkLst>
            <pc:docMk/>
            <pc:sldMk cId="0" sldId="262"/>
            <ac:spMk id="10" creationId="{00000000-0000-0000-0000-000000000000}"/>
          </ac:spMkLst>
        </pc:spChg>
        <pc:spChg chg="del mod">
          <ac:chgData name="Gopya Nakka" userId="d41553823618856a" providerId="LiveId" clId="{49210E53-F242-4B12-B1BD-8369E9D23E6D}" dt="2026-04-15T03:03:58.669" v="23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Gopya Nakka" userId="d41553823618856a" providerId="LiveId" clId="{49210E53-F242-4B12-B1BD-8369E9D23E6D}" dt="2026-04-15T03:03:48.871" v="233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Gopya Nakka" userId="d41553823618856a" providerId="LiveId" clId="{49210E53-F242-4B12-B1BD-8369E9D23E6D}" dt="2026-04-15T03:04:07.468" v="237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Gopya Nakka" userId="d41553823618856a" providerId="LiveId" clId="{49210E53-F242-4B12-B1BD-8369E9D23E6D}" dt="2026-04-15T03:03:28.531" v="229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Gopya Nakka" userId="d41553823618856a" providerId="LiveId" clId="{49210E53-F242-4B12-B1BD-8369E9D23E6D}" dt="2026-04-15T03:03:38.436" v="231" actId="1076"/>
          <ac:spMkLst>
            <pc:docMk/>
            <pc:sldMk cId="0" sldId="262"/>
            <ac:spMk id="15" creationId="{00000000-0000-0000-0000-000000000000}"/>
          </ac:spMkLst>
        </pc:spChg>
        <pc:grpChg chg="mod">
          <ac:chgData name="Gopya Nakka" userId="d41553823618856a" providerId="LiveId" clId="{49210E53-F242-4B12-B1BD-8369E9D23E6D}" dt="2026-04-15T03:03:44.537" v="232" actId="1076"/>
          <ac:grpSpMkLst>
            <pc:docMk/>
            <pc:sldMk cId="0" sldId="262"/>
            <ac:grpSpMk id="7" creationId="{00000000-0000-0000-0000-000000000000}"/>
          </ac:grpSpMkLst>
        </pc:grpChg>
      </pc:sldChg>
      <pc:sldChg chg="delSp modSp mod">
        <pc:chgData name="Gopya Nakka" userId="d41553823618856a" providerId="LiveId" clId="{49210E53-F242-4B12-B1BD-8369E9D23E6D}" dt="2026-04-15T03:04:25.576" v="241"/>
        <pc:sldMkLst>
          <pc:docMk/>
          <pc:sldMk cId="0" sldId="263"/>
        </pc:sldMkLst>
        <pc:spChg chg="del mod">
          <ac:chgData name="Gopya Nakka" userId="d41553823618856a" providerId="LiveId" clId="{49210E53-F242-4B12-B1BD-8369E9D23E6D}" dt="2026-04-15T03:04:25.576" v="241"/>
          <ac:spMkLst>
            <pc:docMk/>
            <pc:sldMk cId="0" sldId="263"/>
            <ac:spMk id="11" creationId="{00000000-0000-0000-0000-000000000000}"/>
          </ac:spMkLst>
        </pc:spChg>
        <pc:spChg chg="mod">
          <ac:chgData name="Gopya Nakka" userId="d41553823618856a" providerId="LiveId" clId="{49210E53-F242-4B12-B1BD-8369E9D23E6D}" dt="2026-04-15T03:04:18.381" v="238" actId="1076"/>
          <ac:spMkLst>
            <pc:docMk/>
            <pc:sldMk cId="0" sldId="263"/>
            <ac:spMk id="12" creationId="{00000000-0000-0000-0000-000000000000}"/>
          </ac:spMkLst>
        </pc:spChg>
      </pc:sldChg>
      <pc:sldChg chg="delSp modSp mod">
        <pc:chgData name="Gopya Nakka" userId="d41553823618856a" providerId="LiveId" clId="{49210E53-F242-4B12-B1BD-8369E9D23E6D}" dt="2026-04-15T03:04:48.042" v="246"/>
        <pc:sldMkLst>
          <pc:docMk/>
          <pc:sldMk cId="0" sldId="264"/>
        </pc:sldMkLst>
        <pc:spChg chg="mod">
          <ac:chgData name="Gopya Nakka" userId="d41553823618856a" providerId="LiveId" clId="{49210E53-F242-4B12-B1BD-8369E9D23E6D}" dt="2026-04-15T03:04:46.865" v="244" actId="1076"/>
          <ac:spMkLst>
            <pc:docMk/>
            <pc:sldMk cId="0" sldId="264"/>
            <ac:spMk id="10" creationId="{00000000-0000-0000-0000-000000000000}"/>
          </ac:spMkLst>
        </pc:spChg>
        <pc:spChg chg="del mod">
          <ac:chgData name="Gopya Nakka" userId="d41553823618856a" providerId="LiveId" clId="{49210E53-F242-4B12-B1BD-8369E9D23E6D}" dt="2026-04-15T03:04:48.042" v="246"/>
          <ac:spMkLst>
            <pc:docMk/>
            <pc:sldMk cId="0" sldId="264"/>
            <ac:spMk id="11" creationId="{00000000-0000-0000-0000-000000000000}"/>
          </ac:spMkLst>
        </pc:spChg>
        <pc:grpChg chg="mod">
          <ac:chgData name="Gopya Nakka" userId="d41553823618856a" providerId="LiveId" clId="{49210E53-F242-4B12-B1BD-8369E9D23E6D}" dt="2026-04-15T03:04:37.287" v="242" actId="1076"/>
          <ac:grpSpMkLst>
            <pc:docMk/>
            <pc:sldMk cId="0" sldId="264"/>
            <ac:grpSpMk id="7" creationId="{00000000-0000-0000-0000-000000000000}"/>
          </ac:grpSpMkLst>
        </pc:grpChg>
      </pc:sldChg>
      <pc:sldChg chg="delSp modSp mod">
        <pc:chgData name="Gopya Nakka" userId="d41553823618856a" providerId="LiveId" clId="{49210E53-F242-4B12-B1BD-8369E9D23E6D}" dt="2026-04-15T03:05:03.530" v="250"/>
        <pc:sldMkLst>
          <pc:docMk/>
          <pc:sldMk cId="0" sldId="265"/>
        </pc:sldMkLst>
        <pc:spChg chg="mod">
          <ac:chgData name="Gopya Nakka" userId="d41553823618856a" providerId="LiveId" clId="{49210E53-F242-4B12-B1BD-8369E9D23E6D}" dt="2026-04-15T03:05:01.559" v="248" actId="1076"/>
          <ac:spMkLst>
            <pc:docMk/>
            <pc:sldMk cId="0" sldId="265"/>
            <ac:spMk id="10" creationId="{00000000-0000-0000-0000-000000000000}"/>
          </ac:spMkLst>
        </pc:spChg>
        <pc:spChg chg="del mod">
          <ac:chgData name="Gopya Nakka" userId="d41553823618856a" providerId="LiveId" clId="{49210E53-F242-4B12-B1BD-8369E9D23E6D}" dt="2026-04-15T03:05:03.530" v="250"/>
          <ac:spMkLst>
            <pc:docMk/>
            <pc:sldMk cId="0" sldId="265"/>
            <ac:spMk id="11" creationId="{00000000-0000-0000-0000-000000000000}"/>
          </ac:spMkLst>
        </pc:spChg>
      </pc:sldChg>
      <pc:sldChg chg="delSp modSp mod">
        <pc:chgData name="Gopya Nakka" userId="d41553823618856a" providerId="LiveId" clId="{49210E53-F242-4B12-B1BD-8369E9D23E6D}" dt="2026-04-15T03:05:15.699" v="254"/>
        <pc:sldMkLst>
          <pc:docMk/>
          <pc:sldMk cId="0" sldId="266"/>
        </pc:sldMkLst>
        <pc:spChg chg="mod">
          <ac:chgData name="Gopya Nakka" userId="d41553823618856a" providerId="LiveId" clId="{49210E53-F242-4B12-B1BD-8369E9D23E6D}" dt="2026-04-15T03:05:14.562" v="252" actId="1076"/>
          <ac:spMkLst>
            <pc:docMk/>
            <pc:sldMk cId="0" sldId="266"/>
            <ac:spMk id="10" creationId="{00000000-0000-0000-0000-000000000000}"/>
          </ac:spMkLst>
        </pc:spChg>
        <pc:spChg chg="del mod">
          <ac:chgData name="Gopya Nakka" userId="d41553823618856a" providerId="LiveId" clId="{49210E53-F242-4B12-B1BD-8369E9D23E6D}" dt="2026-04-15T03:05:15.699" v="254"/>
          <ac:spMkLst>
            <pc:docMk/>
            <pc:sldMk cId="0" sldId="266"/>
            <ac:spMk id="11" creationId="{00000000-0000-0000-0000-000000000000}"/>
          </ac:spMkLst>
        </pc:spChg>
      </pc:sldChg>
      <pc:sldChg chg="delSp modSp mod">
        <pc:chgData name="Gopya Nakka" userId="d41553823618856a" providerId="LiveId" clId="{49210E53-F242-4B12-B1BD-8369E9D23E6D}" dt="2026-04-15T03:05:31.911" v="259"/>
        <pc:sldMkLst>
          <pc:docMk/>
          <pc:sldMk cId="0" sldId="267"/>
        </pc:sldMkLst>
        <pc:spChg chg="del mod">
          <ac:chgData name="Gopya Nakka" userId="d41553823618856a" providerId="LiveId" clId="{49210E53-F242-4B12-B1BD-8369E9D23E6D}" dt="2026-04-15T03:05:31.911" v="259"/>
          <ac:spMkLst>
            <pc:docMk/>
            <pc:sldMk cId="0" sldId="267"/>
            <ac:spMk id="11" creationId="{00000000-0000-0000-0000-000000000000}"/>
          </ac:spMkLst>
        </pc:spChg>
        <pc:spChg chg="mod">
          <ac:chgData name="Gopya Nakka" userId="d41553823618856a" providerId="LiveId" clId="{49210E53-F242-4B12-B1BD-8369E9D23E6D}" dt="2026-04-15T03:05:25.809" v="256" actId="1076"/>
          <ac:spMkLst>
            <pc:docMk/>
            <pc:sldMk cId="0" sldId="267"/>
            <ac:spMk id="12" creationId="{00000000-0000-0000-0000-000000000000}"/>
          </ac:spMkLst>
        </pc:spChg>
        <pc:grpChg chg="mod">
          <ac:chgData name="Gopya Nakka" userId="d41553823618856a" providerId="LiveId" clId="{49210E53-F242-4B12-B1BD-8369E9D23E6D}" dt="2026-04-15T03:05:21.852" v="255" actId="1076"/>
          <ac:grpSpMkLst>
            <pc:docMk/>
            <pc:sldMk cId="0" sldId="267"/>
            <ac:grpSpMk id="7" creationId="{00000000-0000-0000-0000-000000000000}"/>
          </ac:grpSpMkLst>
        </pc:grpChg>
      </pc:sldChg>
      <pc:sldChg chg="delSp modSp mod">
        <pc:chgData name="Gopya Nakka" userId="d41553823618856a" providerId="LiveId" clId="{49210E53-F242-4B12-B1BD-8369E9D23E6D}" dt="2026-04-15T03:05:39.855" v="262"/>
        <pc:sldMkLst>
          <pc:docMk/>
          <pc:sldMk cId="0" sldId="268"/>
        </pc:sldMkLst>
        <pc:spChg chg="del mod">
          <ac:chgData name="Gopya Nakka" userId="d41553823618856a" providerId="LiveId" clId="{49210E53-F242-4B12-B1BD-8369E9D23E6D}" dt="2026-04-15T03:05:39.855" v="262"/>
          <ac:spMkLst>
            <pc:docMk/>
            <pc:sldMk cId="0" sldId="268"/>
            <ac:spMk id="11" creationId="{00000000-0000-0000-0000-000000000000}"/>
          </ac:spMkLst>
        </pc:spChg>
      </pc:sldChg>
      <pc:sldChg chg="delSp modSp mod">
        <pc:chgData name="Gopya Nakka" userId="d41553823618856a" providerId="LiveId" clId="{49210E53-F242-4B12-B1BD-8369E9D23E6D}" dt="2026-04-15T03:05:58.349" v="267"/>
        <pc:sldMkLst>
          <pc:docMk/>
          <pc:sldMk cId="0" sldId="269"/>
        </pc:sldMkLst>
        <pc:spChg chg="mod">
          <ac:chgData name="Gopya Nakka" userId="d41553823618856a" providerId="LiveId" clId="{49210E53-F242-4B12-B1BD-8369E9D23E6D}" dt="2026-04-15T03:05:57.302" v="265" actId="1076"/>
          <ac:spMkLst>
            <pc:docMk/>
            <pc:sldMk cId="0" sldId="269"/>
            <ac:spMk id="10" creationId="{00000000-0000-0000-0000-000000000000}"/>
          </ac:spMkLst>
        </pc:spChg>
        <pc:spChg chg="del mod">
          <ac:chgData name="Gopya Nakka" userId="d41553823618856a" providerId="LiveId" clId="{49210E53-F242-4B12-B1BD-8369E9D23E6D}" dt="2026-04-15T03:05:58.349" v="267"/>
          <ac:spMkLst>
            <pc:docMk/>
            <pc:sldMk cId="0" sldId="269"/>
            <ac:spMk id="11" creationId="{00000000-0000-0000-0000-000000000000}"/>
          </ac:spMkLst>
        </pc:spChg>
        <pc:grpChg chg="mod">
          <ac:chgData name="Gopya Nakka" userId="d41553823618856a" providerId="LiveId" clId="{49210E53-F242-4B12-B1BD-8369E9D23E6D}" dt="2026-04-15T03:05:48.033" v="263" actId="1076"/>
          <ac:grpSpMkLst>
            <pc:docMk/>
            <pc:sldMk cId="0" sldId="269"/>
            <ac:grpSpMk id="7" creationId="{00000000-0000-0000-0000-000000000000}"/>
          </ac:grpSpMkLst>
        </pc:grpChg>
      </pc:sldChg>
      <pc:sldChg chg="delSp modSp mod">
        <pc:chgData name="Gopya Nakka" userId="d41553823618856a" providerId="LiveId" clId="{49210E53-F242-4B12-B1BD-8369E9D23E6D}" dt="2026-04-15T03:06:09.584" v="271"/>
        <pc:sldMkLst>
          <pc:docMk/>
          <pc:sldMk cId="0" sldId="270"/>
        </pc:sldMkLst>
        <pc:spChg chg="mod">
          <ac:chgData name="Gopya Nakka" userId="d41553823618856a" providerId="LiveId" clId="{49210E53-F242-4B12-B1BD-8369E9D23E6D}" dt="2026-04-15T03:06:07.833" v="269" actId="1076"/>
          <ac:spMkLst>
            <pc:docMk/>
            <pc:sldMk cId="0" sldId="270"/>
            <ac:spMk id="10" creationId="{00000000-0000-0000-0000-000000000000}"/>
          </ac:spMkLst>
        </pc:spChg>
        <pc:spChg chg="del mod">
          <ac:chgData name="Gopya Nakka" userId="d41553823618856a" providerId="LiveId" clId="{49210E53-F242-4B12-B1BD-8369E9D23E6D}" dt="2026-04-15T03:06:09.584" v="271"/>
          <ac:spMkLst>
            <pc:docMk/>
            <pc:sldMk cId="0" sldId="270"/>
            <ac:spMk id="11" creationId="{00000000-0000-0000-0000-000000000000}"/>
          </ac:spMkLst>
        </pc:spChg>
      </pc:sldChg>
      <pc:sldChg chg="delSp modSp mod">
        <pc:chgData name="Gopya Nakka" userId="d41553823618856a" providerId="LiveId" clId="{49210E53-F242-4B12-B1BD-8369E9D23E6D}" dt="2026-04-15T03:06:24.751" v="275"/>
        <pc:sldMkLst>
          <pc:docMk/>
          <pc:sldMk cId="0" sldId="271"/>
        </pc:sldMkLst>
        <pc:spChg chg="del mod">
          <ac:chgData name="Gopya Nakka" userId="d41553823618856a" providerId="LiveId" clId="{49210E53-F242-4B12-B1BD-8369E9D23E6D}" dt="2026-04-15T03:06:24.751" v="275"/>
          <ac:spMkLst>
            <pc:docMk/>
            <pc:sldMk cId="0" sldId="271"/>
            <ac:spMk id="11" creationId="{00000000-0000-0000-0000-000000000000}"/>
          </ac:spMkLst>
        </pc:spChg>
      </pc:sldChg>
      <pc:sldChg chg="delSp modSp del mod">
        <pc:chgData name="Gopya Nakka" userId="d41553823618856a" providerId="LiveId" clId="{49210E53-F242-4B12-B1BD-8369E9D23E6D}" dt="2026-04-15T04:04:42.629" v="287" actId="47"/>
        <pc:sldMkLst>
          <pc:docMk/>
          <pc:sldMk cId="0" sldId="272"/>
        </pc:sldMkLst>
        <pc:spChg chg="del mod">
          <ac:chgData name="Gopya Nakka" userId="d41553823618856a" providerId="LiveId" clId="{49210E53-F242-4B12-B1BD-8369E9D23E6D}" dt="2026-04-15T03:06:50.394" v="283"/>
          <ac:spMkLst>
            <pc:docMk/>
            <pc:sldMk cId="0" sldId="272"/>
            <ac:spMk id="11" creationId="{00000000-0000-0000-0000-000000000000}"/>
          </ac:spMkLst>
        </pc:spChg>
      </pc:sldChg>
      <pc:sldChg chg="delSp modSp mod">
        <pc:chgData name="Gopya Nakka" userId="d41553823618856a" providerId="LiveId" clId="{49210E53-F242-4B12-B1BD-8369E9D23E6D}" dt="2026-04-15T03:06:36.959" v="279"/>
        <pc:sldMkLst>
          <pc:docMk/>
          <pc:sldMk cId="0" sldId="273"/>
        </pc:sldMkLst>
        <pc:spChg chg="del mod">
          <ac:chgData name="Gopya Nakka" userId="d41553823618856a" providerId="LiveId" clId="{49210E53-F242-4B12-B1BD-8369E9D23E6D}" dt="2026-04-15T03:06:36.959" v="279"/>
          <ac:spMkLst>
            <pc:docMk/>
            <pc:sldMk cId="0" sldId="273"/>
            <ac:spMk id="11" creationId="{00000000-0000-0000-0000-000000000000}"/>
          </ac:spMkLst>
        </pc:spChg>
      </pc:sldChg>
      <pc:sldChg chg="delSp modSp mod">
        <pc:chgData name="Gopya Nakka" userId="d41553823618856a" providerId="LiveId" clId="{49210E53-F242-4B12-B1BD-8369E9D23E6D}" dt="2026-04-15T03:06:59.846" v="286"/>
        <pc:sldMkLst>
          <pc:docMk/>
          <pc:sldMk cId="0" sldId="274"/>
        </pc:sldMkLst>
        <pc:spChg chg="del mod">
          <ac:chgData name="Gopya Nakka" userId="d41553823618856a" providerId="LiveId" clId="{49210E53-F242-4B12-B1BD-8369E9D23E6D}" dt="2026-04-15T03:06:59.846" v="286"/>
          <ac:spMkLst>
            <pc:docMk/>
            <pc:sldMk cId="0" sldId="274"/>
            <ac:spMk id="1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2381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-29040" r="-2209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3449896" y="-670801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0" y="2362205"/>
                </a:moveTo>
                <a:lnTo>
                  <a:pt x="5176146" y="2362205"/>
                </a:lnTo>
                <a:lnTo>
                  <a:pt x="5176146" y="0"/>
                </a:lnTo>
                <a:lnTo>
                  <a:pt x="0" y="0"/>
                </a:lnTo>
                <a:lnTo>
                  <a:pt x="0" y="23622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flipH="1">
            <a:off x="-338042" y="8595596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5176146" y="0"/>
                </a:moveTo>
                <a:lnTo>
                  <a:pt x="0" y="0"/>
                </a:lnTo>
                <a:lnTo>
                  <a:pt x="0" y="2362205"/>
                </a:lnTo>
                <a:lnTo>
                  <a:pt x="5176146" y="2362205"/>
                </a:lnTo>
                <a:lnTo>
                  <a:pt x="517614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8651767" y="3499847"/>
            <a:ext cx="10030697" cy="6875587"/>
          </a:xfrm>
          <a:custGeom>
            <a:avLst/>
            <a:gdLst/>
            <a:ahLst/>
            <a:cxnLst/>
            <a:rect l="l" t="t" r="r" b="b"/>
            <a:pathLst>
              <a:path w="10030697" h="6875587">
                <a:moveTo>
                  <a:pt x="0" y="0"/>
                </a:moveTo>
                <a:lnTo>
                  <a:pt x="10030697" y="0"/>
                </a:lnTo>
                <a:lnTo>
                  <a:pt x="10030697" y="6875587"/>
                </a:lnTo>
                <a:lnTo>
                  <a:pt x="0" y="68755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1525323">
            <a:off x="15581285" y="9194256"/>
            <a:ext cx="3874142" cy="3940540"/>
          </a:xfrm>
          <a:custGeom>
            <a:avLst/>
            <a:gdLst/>
            <a:ahLst/>
            <a:cxnLst/>
            <a:rect l="l" t="t" r="r" b="b"/>
            <a:pathLst>
              <a:path w="3874142" h="3940540">
                <a:moveTo>
                  <a:pt x="0" y="0"/>
                </a:moveTo>
                <a:lnTo>
                  <a:pt x="3874142" y="0"/>
                </a:lnTo>
                <a:lnTo>
                  <a:pt x="3874142" y="3940540"/>
                </a:lnTo>
                <a:lnTo>
                  <a:pt x="0" y="39405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29361"/>
            </a:stretch>
          </a:blipFill>
        </p:spPr>
      </p:sp>
      <p:sp>
        <p:nvSpPr>
          <p:cNvPr id="7" name="Freeform 7"/>
          <p:cNvSpPr/>
          <p:nvPr/>
        </p:nvSpPr>
        <p:spPr>
          <a:xfrm rot="-10800000">
            <a:off x="-394464" y="-88434"/>
            <a:ext cx="10030697" cy="6875587"/>
          </a:xfrm>
          <a:custGeom>
            <a:avLst/>
            <a:gdLst/>
            <a:ahLst/>
            <a:cxnLst/>
            <a:rect l="l" t="t" r="r" b="b"/>
            <a:pathLst>
              <a:path w="10030697" h="6875587">
                <a:moveTo>
                  <a:pt x="0" y="0"/>
                </a:moveTo>
                <a:lnTo>
                  <a:pt x="10030697" y="0"/>
                </a:lnTo>
                <a:lnTo>
                  <a:pt x="10030697" y="6875587"/>
                </a:lnTo>
                <a:lnTo>
                  <a:pt x="0" y="68755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 rot="9274676">
            <a:off x="-1167427" y="-2847796"/>
            <a:ext cx="3874142" cy="3940540"/>
          </a:xfrm>
          <a:custGeom>
            <a:avLst/>
            <a:gdLst/>
            <a:ahLst/>
            <a:cxnLst/>
            <a:rect l="l" t="t" r="r" b="b"/>
            <a:pathLst>
              <a:path w="3874142" h="3940540">
                <a:moveTo>
                  <a:pt x="0" y="0"/>
                </a:moveTo>
                <a:lnTo>
                  <a:pt x="3874142" y="0"/>
                </a:lnTo>
                <a:lnTo>
                  <a:pt x="3874142" y="3940540"/>
                </a:lnTo>
                <a:lnTo>
                  <a:pt x="0" y="39405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29361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229741" y="2671581"/>
            <a:ext cx="11828517" cy="4728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2187"/>
              </a:lnSpc>
            </a:pPr>
            <a:r>
              <a:rPr lang="en-US" sz="11079" spc="465" dirty="0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FACE DETECTION USING PCA</a:t>
            </a:r>
          </a:p>
          <a:p>
            <a:pPr marL="0" lvl="0" indent="0" algn="ctr">
              <a:lnSpc>
                <a:spcPts val="12187"/>
              </a:lnSpc>
            </a:pPr>
            <a:r>
              <a:rPr lang="en-US" sz="11079" spc="465" dirty="0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(EIGENFACES)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37502" y="7464870"/>
            <a:ext cx="5412996" cy="491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2"/>
              </a:lnSpc>
            </a:pPr>
            <a:r>
              <a:rPr lang="en-US" sz="2787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Your Name | Course/Subject |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-29040" r="-2209"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392645" y="-17417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9274676">
            <a:off x="-1011648" y="-2227165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647876" y="4798318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1525323">
            <a:off x="16197164" y="9358507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1339466"/>
            <a:ext cx="16230600" cy="8229600"/>
            <a:chOff x="0" y="0"/>
            <a:chExt cx="3339630" cy="1693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39629" cy="1693333"/>
            </a:xfrm>
            <a:custGeom>
              <a:avLst/>
              <a:gdLst/>
              <a:ahLst/>
              <a:cxnLst/>
              <a:rect l="l" t="t" r="r" b="b"/>
              <a:pathLst>
                <a:path w="3339629" h="1693333">
                  <a:moveTo>
                    <a:pt x="0" y="0"/>
                  </a:moveTo>
                  <a:lnTo>
                    <a:pt x="3339629" y="0"/>
                  </a:lnTo>
                  <a:lnTo>
                    <a:pt x="3339629" y="1693333"/>
                  </a:lnTo>
                  <a:lnTo>
                    <a:pt x="0" y="1693333"/>
                  </a:ln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339630" cy="1731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314416" y="1801243"/>
            <a:ext cx="11345081" cy="1171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092"/>
              </a:lnSpc>
            </a:pPr>
            <a:r>
              <a:rPr lang="en-US" sz="8265" spc="347" dirty="0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Problem Statement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62112" y="4415146"/>
            <a:ext cx="8538139" cy="3183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64"/>
              </a:lnSpc>
            </a:pPr>
            <a:r>
              <a:rPr lang="en-US" sz="3002" dirty="0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Images are inherently high-dimensional data. A modest 100 × 100 pixel image contains 10,000 features. Processing such data is computationally slow and highly redundant. The challenge: reduce dimensionality while preserving the essential information needed for accurate face detection.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278013" y="4151277"/>
            <a:ext cx="5246370" cy="3867135"/>
            <a:chOff x="0" y="0"/>
            <a:chExt cx="812800" cy="5991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599120"/>
            </a:xfrm>
            <a:custGeom>
              <a:avLst/>
              <a:gdLst/>
              <a:ahLst/>
              <a:cxnLst/>
              <a:rect l="l" t="t" r="r" b="b"/>
              <a:pathLst>
                <a:path w="812800" h="599120">
                  <a:moveTo>
                    <a:pt x="0" y="0"/>
                  </a:moveTo>
                  <a:lnTo>
                    <a:pt x="812800" y="0"/>
                  </a:lnTo>
                  <a:lnTo>
                    <a:pt x="812800" y="599120"/>
                  </a:lnTo>
                  <a:lnTo>
                    <a:pt x="0" y="599120"/>
                  </a:lnTo>
                  <a:close/>
                </a:path>
              </a:pathLst>
            </a:custGeom>
            <a:blipFill>
              <a:blip r:embed="rId5"/>
              <a:stretch>
                <a:fillRect t="-620" b="-620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 flipV="1">
            <a:off x="13207104" y="-93617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0" y="2362205"/>
                </a:moveTo>
                <a:lnTo>
                  <a:pt x="5176146" y="2362205"/>
                </a:lnTo>
                <a:lnTo>
                  <a:pt x="5176146" y="0"/>
                </a:lnTo>
                <a:lnTo>
                  <a:pt x="0" y="0"/>
                </a:lnTo>
                <a:lnTo>
                  <a:pt x="0" y="23622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 flipH="1">
            <a:off x="-95250" y="8018412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5176146" y="0"/>
                </a:moveTo>
                <a:lnTo>
                  <a:pt x="0" y="0"/>
                </a:lnTo>
                <a:lnTo>
                  <a:pt x="0" y="2362205"/>
                </a:lnTo>
                <a:lnTo>
                  <a:pt x="5176146" y="2362205"/>
                </a:lnTo>
                <a:lnTo>
                  <a:pt x="517614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762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-29040" r="-2209"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392645" y="-17417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9274676">
            <a:off x="-1011648" y="-2227165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647876" y="4798318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1525323">
            <a:off x="16197164" y="9358507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1028700"/>
            <a:ext cx="16230600" cy="8229600"/>
            <a:chOff x="0" y="0"/>
            <a:chExt cx="3339630" cy="1693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39629" cy="1693333"/>
            </a:xfrm>
            <a:custGeom>
              <a:avLst/>
              <a:gdLst/>
              <a:ahLst/>
              <a:cxnLst/>
              <a:rect l="l" t="t" r="r" b="b"/>
              <a:pathLst>
                <a:path w="3339629" h="1693333">
                  <a:moveTo>
                    <a:pt x="0" y="0"/>
                  </a:moveTo>
                  <a:lnTo>
                    <a:pt x="3339629" y="0"/>
                  </a:lnTo>
                  <a:lnTo>
                    <a:pt x="3339629" y="1693333"/>
                  </a:lnTo>
                  <a:lnTo>
                    <a:pt x="0" y="1693333"/>
                  </a:ln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339630" cy="1731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471460" y="1614188"/>
            <a:ext cx="11345081" cy="107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286"/>
              </a:lnSpc>
            </a:pPr>
            <a:r>
              <a:rPr lang="en-US" sz="7532" spc="316" dirty="0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Image Representation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76115" y="4408593"/>
            <a:ext cx="12429552" cy="1366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2"/>
              </a:lnSpc>
            </a:pPr>
            <a:r>
              <a:rPr lang="en-US" sz="2558" dirty="0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Each pixel in an image represents an intensity value (0-255 for grayscale). This numerical representation allows us to treat images as mathematical objects for computational processing.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67094" y="4037707"/>
            <a:ext cx="1936728" cy="107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286"/>
              </a:lnSpc>
            </a:pPr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3585640" y="6590006"/>
            <a:ext cx="12429552" cy="909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2"/>
              </a:lnSpc>
            </a:pPr>
            <a:r>
              <a:rPr lang="en-US" sz="2558" dirty="0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Convert 2D image into 1D vector by flattening rows. A 100×100 image becomes: x ∈ ℝ¹⁰⁰⁰⁰. This vectorization enables matrix operations essential for PCA analysis.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67094" y="6062103"/>
            <a:ext cx="1936728" cy="107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286"/>
              </a:lnSpc>
            </a:pPr>
            <a:endParaRPr/>
          </a:p>
        </p:txBody>
      </p:sp>
      <p:sp>
        <p:nvSpPr>
          <p:cNvPr id="16" name="Freeform 16"/>
          <p:cNvSpPr/>
          <p:nvPr/>
        </p:nvSpPr>
        <p:spPr>
          <a:xfrm flipV="1">
            <a:off x="13207104" y="-93617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0" y="2362205"/>
                </a:moveTo>
                <a:lnTo>
                  <a:pt x="5176146" y="2362205"/>
                </a:lnTo>
                <a:lnTo>
                  <a:pt x="5176146" y="0"/>
                </a:lnTo>
                <a:lnTo>
                  <a:pt x="0" y="0"/>
                </a:lnTo>
                <a:lnTo>
                  <a:pt x="0" y="23622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 flipH="1">
            <a:off x="-95250" y="8018412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5176146" y="0"/>
                </a:moveTo>
                <a:lnTo>
                  <a:pt x="0" y="0"/>
                </a:lnTo>
                <a:lnTo>
                  <a:pt x="0" y="2362205"/>
                </a:lnTo>
                <a:lnTo>
                  <a:pt x="5176146" y="2362205"/>
                </a:lnTo>
                <a:lnTo>
                  <a:pt x="517614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-29040" r="-2209"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392645" y="-17417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9274676">
            <a:off x="-1011648" y="-2227165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647876" y="4798318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1525323">
            <a:off x="16197164" y="9358507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1028700"/>
            <a:ext cx="16230600" cy="8229600"/>
            <a:chOff x="0" y="0"/>
            <a:chExt cx="3339630" cy="1693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39629" cy="1693333"/>
            </a:xfrm>
            <a:custGeom>
              <a:avLst/>
              <a:gdLst/>
              <a:ahLst/>
              <a:cxnLst/>
              <a:rect l="l" t="t" r="r" b="b"/>
              <a:pathLst>
                <a:path w="3339629" h="1693333">
                  <a:moveTo>
                    <a:pt x="0" y="0"/>
                  </a:moveTo>
                  <a:lnTo>
                    <a:pt x="3339629" y="0"/>
                  </a:lnTo>
                  <a:lnTo>
                    <a:pt x="3339629" y="1693333"/>
                  </a:lnTo>
                  <a:lnTo>
                    <a:pt x="0" y="1693333"/>
                  </a:ln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339630" cy="1731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471460" y="2255487"/>
            <a:ext cx="11345081" cy="1422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992"/>
              </a:lnSpc>
            </a:pPr>
            <a:r>
              <a:rPr lang="en-US" sz="9992" spc="419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Dataset Matrix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91354" y="4333471"/>
            <a:ext cx="12429552" cy="899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54"/>
              </a:lnSpc>
            </a:pPr>
            <a:r>
              <a:rPr lang="en-US" sz="2573" dirty="0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Collect N training images and form the data matrix: X = [x₁ x₂ ... xₙ] where each column xᵢ represents a flattened face image vector.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67094" y="4066282"/>
            <a:ext cx="1936728" cy="1422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992"/>
              </a:lnSpc>
            </a:pPr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3791354" y="5843249"/>
            <a:ext cx="12429552" cy="899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54"/>
              </a:lnSpc>
            </a:pPr>
            <a:r>
              <a:rPr lang="en-US" sz="2573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Matrix dimensions: 10,000 × N (rows = pixels per image, columns = number of training samples). This matrix forms the foundation for PCA analysis.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67094" y="6090678"/>
            <a:ext cx="1936728" cy="1422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992"/>
              </a:lnSpc>
            </a:pPr>
            <a:endParaRPr/>
          </a:p>
        </p:txBody>
      </p:sp>
      <p:sp>
        <p:nvSpPr>
          <p:cNvPr id="16" name="Freeform 16"/>
          <p:cNvSpPr/>
          <p:nvPr/>
        </p:nvSpPr>
        <p:spPr>
          <a:xfrm flipV="1">
            <a:off x="13207104" y="-93617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0" y="2362205"/>
                </a:moveTo>
                <a:lnTo>
                  <a:pt x="5176146" y="2362205"/>
                </a:lnTo>
                <a:lnTo>
                  <a:pt x="5176146" y="0"/>
                </a:lnTo>
                <a:lnTo>
                  <a:pt x="0" y="0"/>
                </a:lnTo>
                <a:lnTo>
                  <a:pt x="0" y="23622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 flipH="1">
            <a:off x="-95250" y="8018412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5176146" y="0"/>
                </a:moveTo>
                <a:lnTo>
                  <a:pt x="0" y="0"/>
                </a:lnTo>
                <a:lnTo>
                  <a:pt x="0" y="2362205"/>
                </a:lnTo>
                <a:lnTo>
                  <a:pt x="5176146" y="2362205"/>
                </a:lnTo>
                <a:lnTo>
                  <a:pt x="517614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-29040" r="-2209"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392645" y="-17417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9274676">
            <a:off x="-1011648" y="-2227165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647876" y="4798318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1525323">
            <a:off x="16197164" y="9358507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3938" y="1432109"/>
            <a:ext cx="16230600" cy="8229600"/>
            <a:chOff x="0" y="0"/>
            <a:chExt cx="3339630" cy="1693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39629" cy="1693333"/>
            </a:xfrm>
            <a:custGeom>
              <a:avLst/>
              <a:gdLst/>
              <a:ahLst/>
              <a:cxnLst/>
              <a:rect l="l" t="t" r="r" b="b"/>
              <a:pathLst>
                <a:path w="3339629" h="1693333">
                  <a:moveTo>
                    <a:pt x="0" y="0"/>
                  </a:moveTo>
                  <a:lnTo>
                    <a:pt x="3339629" y="0"/>
                  </a:lnTo>
                  <a:lnTo>
                    <a:pt x="3339629" y="1693333"/>
                  </a:lnTo>
                  <a:lnTo>
                    <a:pt x="0" y="1693333"/>
                  </a:ln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339630" cy="1731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828800" y="1851545"/>
            <a:ext cx="14276946" cy="1422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992"/>
              </a:lnSpc>
            </a:pPr>
            <a:r>
              <a:rPr lang="en-US" sz="9992" spc="419" dirty="0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Mean Face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98492" y="4389746"/>
            <a:ext cx="14291017" cy="749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45"/>
              </a:lnSpc>
            </a:pPr>
            <a:r>
              <a:rPr lang="en-US" sz="2144" dirty="0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The mean face is computed by averaging all training images: μ = (1/N) Σ xᵢ, where N is the total number of face images and xᵢ represents each individual face vector.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98492" y="3740016"/>
            <a:ext cx="7636132" cy="509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77"/>
              </a:lnSpc>
              <a:spcBef>
                <a:spcPct val="0"/>
              </a:spcBef>
            </a:pPr>
            <a:r>
              <a:rPr lang="en-US" sz="3615" u="none" strike="noStrike" spc="151" dirty="0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Computing the Average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23535" y="7000118"/>
            <a:ext cx="14291017" cy="749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45"/>
              </a:lnSpc>
            </a:pPr>
            <a:r>
              <a:rPr lang="en-US" sz="2144" dirty="0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The mean face captures the general facial pattern shared across all training samples. It represents the average pixel intensities and removes individual-specific features, serving as the baseline for measuring variations.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78282" y="5741161"/>
            <a:ext cx="7636132" cy="509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77"/>
              </a:lnSpc>
              <a:spcBef>
                <a:spcPct val="0"/>
              </a:spcBef>
            </a:pPr>
            <a:r>
              <a:rPr lang="en-US" sz="3615" u="none" strike="noStrike" spc="151" dirty="0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Capturing Average Structure</a:t>
            </a:r>
          </a:p>
        </p:txBody>
      </p:sp>
      <p:sp>
        <p:nvSpPr>
          <p:cNvPr id="16" name="Freeform 16"/>
          <p:cNvSpPr/>
          <p:nvPr/>
        </p:nvSpPr>
        <p:spPr>
          <a:xfrm flipV="1">
            <a:off x="13207104" y="-93617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0" y="2362205"/>
                </a:moveTo>
                <a:lnTo>
                  <a:pt x="5176146" y="2362205"/>
                </a:lnTo>
                <a:lnTo>
                  <a:pt x="5176146" y="0"/>
                </a:lnTo>
                <a:lnTo>
                  <a:pt x="0" y="0"/>
                </a:lnTo>
                <a:lnTo>
                  <a:pt x="0" y="23622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 flipH="1">
            <a:off x="-95250" y="8018412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5176146" y="0"/>
                </a:moveTo>
                <a:lnTo>
                  <a:pt x="0" y="0"/>
                </a:lnTo>
                <a:lnTo>
                  <a:pt x="0" y="2362205"/>
                </a:lnTo>
                <a:lnTo>
                  <a:pt x="5176146" y="2362205"/>
                </a:lnTo>
                <a:lnTo>
                  <a:pt x="517614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-29040" r="-2209"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392645" y="-17417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9274676">
            <a:off x="-1011648" y="-2227165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647876" y="4798318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1525323">
            <a:off x="16197164" y="9358507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1028700"/>
            <a:ext cx="16230600" cy="8229600"/>
            <a:chOff x="0" y="0"/>
            <a:chExt cx="3339630" cy="1693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39629" cy="1693333"/>
            </a:xfrm>
            <a:custGeom>
              <a:avLst/>
              <a:gdLst/>
              <a:ahLst/>
              <a:cxnLst/>
              <a:rect l="l" t="t" r="r" b="b"/>
              <a:pathLst>
                <a:path w="3339629" h="1693333">
                  <a:moveTo>
                    <a:pt x="0" y="0"/>
                  </a:moveTo>
                  <a:lnTo>
                    <a:pt x="3339629" y="0"/>
                  </a:lnTo>
                  <a:lnTo>
                    <a:pt x="3339629" y="1693333"/>
                  </a:lnTo>
                  <a:lnTo>
                    <a:pt x="0" y="1693333"/>
                  </a:ln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339630" cy="1731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471460" y="2255487"/>
            <a:ext cx="11345081" cy="1422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992"/>
              </a:lnSpc>
            </a:pPr>
            <a:r>
              <a:rPr lang="en-US" sz="9992" spc="419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Data Centering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91354" y="3818853"/>
            <a:ext cx="12429552" cy="1557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9"/>
              </a:lnSpc>
            </a:pPr>
            <a:r>
              <a:rPr lang="en-US" sz="2197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Normalize each image by subtracting the mean face:</a:t>
            </a:r>
          </a:p>
          <a:p>
            <a:pPr marL="0" lvl="0" indent="0" algn="l">
              <a:lnSpc>
                <a:spcPts val="3119"/>
              </a:lnSpc>
            </a:pPr>
            <a:r>
              <a:rPr lang="en-US" sz="2197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φᵢ = xᵢ − μ</a:t>
            </a:r>
          </a:p>
          <a:p>
            <a:pPr marL="0" lvl="0" indent="0" algn="l">
              <a:lnSpc>
                <a:spcPts val="3119"/>
              </a:lnSpc>
            </a:pPr>
            <a:r>
              <a:rPr lang="en-US" sz="2197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This centers the data around zero, ensuring PCA focuses on variations between faces rather than absolute pixel values.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67094" y="4066282"/>
            <a:ext cx="1936728" cy="1422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992"/>
              </a:lnSpc>
            </a:pPr>
            <a:r>
              <a:rPr lang="en-US" sz="9992" spc="419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1.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91354" y="5843249"/>
            <a:ext cx="12429552" cy="116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9"/>
              </a:lnSpc>
            </a:pPr>
            <a:r>
              <a:rPr lang="en-US" sz="2197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Form the centered data matrix from all normalized images:</a:t>
            </a:r>
          </a:p>
          <a:p>
            <a:pPr marL="0" lvl="0" indent="0" algn="l">
              <a:lnSpc>
                <a:spcPts val="3119"/>
              </a:lnSpc>
            </a:pPr>
            <a:r>
              <a:rPr lang="en-US" sz="2197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A = [φ₁ φ₂ ... φₙ]</a:t>
            </a:r>
          </a:p>
          <a:p>
            <a:pPr marL="0" lvl="0" indent="0" algn="l">
              <a:lnSpc>
                <a:spcPts val="3119"/>
              </a:lnSpc>
            </a:pPr>
            <a:r>
              <a:rPr lang="en-US" sz="2197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Each column represents a mean-centered face vector, ready for covariance analysis.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67094" y="6090678"/>
            <a:ext cx="1936728" cy="1422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992"/>
              </a:lnSpc>
            </a:pPr>
            <a:r>
              <a:rPr lang="en-US" sz="9992" spc="419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2.</a:t>
            </a:r>
          </a:p>
        </p:txBody>
      </p:sp>
      <p:sp>
        <p:nvSpPr>
          <p:cNvPr id="16" name="Freeform 16"/>
          <p:cNvSpPr/>
          <p:nvPr/>
        </p:nvSpPr>
        <p:spPr>
          <a:xfrm flipV="1">
            <a:off x="13207104" y="-93617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0" y="2362205"/>
                </a:moveTo>
                <a:lnTo>
                  <a:pt x="5176146" y="2362205"/>
                </a:lnTo>
                <a:lnTo>
                  <a:pt x="5176146" y="0"/>
                </a:lnTo>
                <a:lnTo>
                  <a:pt x="0" y="0"/>
                </a:lnTo>
                <a:lnTo>
                  <a:pt x="0" y="23622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 flipH="1">
            <a:off x="-95250" y="8018412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5176146" y="0"/>
                </a:moveTo>
                <a:lnTo>
                  <a:pt x="0" y="0"/>
                </a:lnTo>
                <a:lnTo>
                  <a:pt x="0" y="2362205"/>
                </a:lnTo>
                <a:lnTo>
                  <a:pt x="5176146" y="2362205"/>
                </a:lnTo>
                <a:lnTo>
                  <a:pt x="517614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-29040" r="-2209"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392645" y="-17417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9274676">
            <a:off x="-1011648" y="-2227165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647876" y="4798318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1525323">
            <a:off x="16197164" y="9358507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10504" y="1232385"/>
            <a:ext cx="16230600" cy="8229600"/>
            <a:chOff x="0" y="0"/>
            <a:chExt cx="3339630" cy="1693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39629" cy="1693333"/>
            </a:xfrm>
            <a:custGeom>
              <a:avLst/>
              <a:gdLst/>
              <a:ahLst/>
              <a:cxnLst/>
              <a:rect l="l" t="t" r="r" b="b"/>
              <a:pathLst>
                <a:path w="3339629" h="1693333">
                  <a:moveTo>
                    <a:pt x="0" y="0"/>
                  </a:moveTo>
                  <a:lnTo>
                    <a:pt x="3339629" y="0"/>
                  </a:lnTo>
                  <a:lnTo>
                    <a:pt x="3339629" y="1693333"/>
                  </a:lnTo>
                  <a:lnTo>
                    <a:pt x="0" y="1693333"/>
                  </a:ln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339630" cy="1731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005528" y="1717924"/>
            <a:ext cx="14276946" cy="1422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992"/>
              </a:lnSpc>
            </a:pPr>
            <a:r>
              <a:rPr lang="en-US" sz="9992" spc="419" dirty="0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Covariance Concept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05528" y="5372780"/>
            <a:ext cx="14291017" cy="749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45"/>
              </a:lnSpc>
            </a:pPr>
            <a:r>
              <a:rPr lang="en-US" sz="2144" dirty="0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The covariance matrix C = AAᵀ measures how pixel values vary together across all face images. High covariance between pixels indicates they change together, revealing structural patterns in facial data.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13751" y="4296153"/>
            <a:ext cx="7636132" cy="553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14"/>
              </a:lnSpc>
              <a:spcBef>
                <a:spcPct val="0"/>
              </a:spcBef>
            </a:pPr>
            <a:r>
              <a:rPr lang="en-US" sz="3831" u="none" strike="noStrike" spc="160" dirty="0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Covariance Matrix Definition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05528" y="7404868"/>
            <a:ext cx="14291017" cy="749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45"/>
              </a:lnSpc>
            </a:pPr>
            <a:r>
              <a:rPr lang="en-US" sz="2144" dirty="0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For 100×100 images, C has size 10,000 × 10,000 = 100 million elements. Computing and storing this matrix directly is computationally expensive and often impractical for real-world applications.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83044" y="6724175"/>
            <a:ext cx="7636132" cy="553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14"/>
              </a:lnSpc>
              <a:spcBef>
                <a:spcPct val="0"/>
              </a:spcBef>
            </a:pPr>
            <a:r>
              <a:rPr lang="en-US" sz="3831" u="none" strike="noStrike" spc="160" dirty="0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The Size Challenge</a:t>
            </a:r>
          </a:p>
        </p:txBody>
      </p:sp>
      <p:sp>
        <p:nvSpPr>
          <p:cNvPr id="16" name="Freeform 16"/>
          <p:cNvSpPr/>
          <p:nvPr/>
        </p:nvSpPr>
        <p:spPr>
          <a:xfrm flipV="1">
            <a:off x="13207104" y="-93617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0" y="2362205"/>
                </a:moveTo>
                <a:lnTo>
                  <a:pt x="5176146" y="2362205"/>
                </a:lnTo>
                <a:lnTo>
                  <a:pt x="5176146" y="0"/>
                </a:lnTo>
                <a:lnTo>
                  <a:pt x="0" y="0"/>
                </a:lnTo>
                <a:lnTo>
                  <a:pt x="0" y="23622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 flipH="1">
            <a:off x="-95250" y="8018412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5176146" y="0"/>
                </a:moveTo>
                <a:lnTo>
                  <a:pt x="0" y="0"/>
                </a:lnTo>
                <a:lnTo>
                  <a:pt x="0" y="2362205"/>
                </a:lnTo>
                <a:lnTo>
                  <a:pt x="5176146" y="2362205"/>
                </a:lnTo>
                <a:lnTo>
                  <a:pt x="517614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-29040" r="-2209"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392645" y="-17417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9274676">
            <a:off x="-1011648" y="-2227165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647876" y="4798318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1525323">
            <a:off x="16197164" y="9358507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1028700"/>
            <a:ext cx="16230600" cy="8229600"/>
            <a:chOff x="0" y="0"/>
            <a:chExt cx="3339630" cy="1693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39629" cy="1693333"/>
            </a:xfrm>
            <a:custGeom>
              <a:avLst/>
              <a:gdLst/>
              <a:ahLst/>
              <a:cxnLst/>
              <a:rect l="l" t="t" r="r" b="b"/>
              <a:pathLst>
                <a:path w="3339629" h="1693333">
                  <a:moveTo>
                    <a:pt x="0" y="0"/>
                  </a:moveTo>
                  <a:lnTo>
                    <a:pt x="3339629" y="0"/>
                  </a:lnTo>
                  <a:lnTo>
                    <a:pt x="3339629" y="1693333"/>
                  </a:lnTo>
                  <a:lnTo>
                    <a:pt x="0" y="1693333"/>
                  </a:ln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339630" cy="1731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005527" y="2255487"/>
            <a:ext cx="14276946" cy="1422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992"/>
              </a:lnSpc>
            </a:pPr>
            <a:r>
              <a:rPr lang="en-US" sz="9992" spc="419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Dimensionality Trick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86907" y="5079226"/>
            <a:ext cx="14291017" cy="749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45"/>
              </a:lnSpc>
            </a:pPr>
            <a:r>
              <a:rPr lang="en-US" sz="2144" dirty="0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Computing C = AAᵀ directly yields a 10,000 × 10,000 matrix, which is computationally expensive. Instead, we exploit a mathematical trick using the smaller matrix C' = AᵀA with size N × N, where N is the number of training images.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98492" y="4068068"/>
            <a:ext cx="7636132" cy="527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24"/>
              </a:lnSpc>
              <a:spcBef>
                <a:spcPct val="0"/>
              </a:spcBef>
            </a:pPr>
            <a:r>
              <a:rPr lang="en-US" sz="3658" u="none" strike="noStrike" spc="153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The Computational Challenge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98492" y="7051670"/>
            <a:ext cx="14291017" cy="749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45"/>
              </a:lnSpc>
            </a:pPr>
            <a:r>
              <a:rPr lang="en-US" sz="2144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Solve the eigenvalue problem: C'v = λv for the smaller N × N matrix. The eigenvectors of the original covariance matrix can then be recovered by computing u = Av, making PCA tractable for high-dimensional face images.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98492" y="6302047"/>
            <a:ext cx="7636132" cy="527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24"/>
              </a:lnSpc>
              <a:spcBef>
                <a:spcPct val="0"/>
              </a:spcBef>
            </a:pPr>
            <a:r>
              <a:rPr lang="en-US" sz="3658" u="none" strike="noStrike" spc="153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Eigenvalue Problem Solution</a:t>
            </a:r>
          </a:p>
        </p:txBody>
      </p:sp>
      <p:sp>
        <p:nvSpPr>
          <p:cNvPr id="16" name="Freeform 16"/>
          <p:cNvSpPr/>
          <p:nvPr/>
        </p:nvSpPr>
        <p:spPr>
          <a:xfrm flipV="1">
            <a:off x="13207104" y="-93617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0" y="2362205"/>
                </a:moveTo>
                <a:lnTo>
                  <a:pt x="5176146" y="2362205"/>
                </a:lnTo>
                <a:lnTo>
                  <a:pt x="5176146" y="0"/>
                </a:lnTo>
                <a:lnTo>
                  <a:pt x="0" y="0"/>
                </a:lnTo>
                <a:lnTo>
                  <a:pt x="0" y="23622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 flipH="1">
            <a:off x="-95250" y="8018412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5176146" y="0"/>
                </a:moveTo>
                <a:lnTo>
                  <a:pt x="0" y="0"/>
                </a:lnTo>
                <a:lnTo>
                  <a:pt x="0" y="2362205"/>
                </a:lnTo>
                <a:lnTo>
                  <a:pt x="5176146" y="2362205"/>
                </a:lnTo>
                <a:lnTo>
                  <a:pt x="517614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-29040" r="-2209"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392645" y="-17417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9274676">
            <a:off x="-1011648" y="-2227165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647876" y="4798318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1525323">
            <a:off x="16197164" y="9358507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219200" y="1142465"/>
            <a:ext cx="16230600" cy="8229600"/>
            <a:chOff x="0" y="0"/>
            <a:chExt cx="3339630" cy="1693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39629" cy="1693333"/>
            </a:xfrm>
            <a:custGeom>
              <a:avLst/>
              <a:gdLst/>
              <a:ahLst/>
              <a:cxnLst/>
              <a:rect l="l" t="t" r="r" b="b"/>
              <a:pathLst>
                <a:path w="3339629" h="1693333">
                  <a:moveTo>
                    <a:pt x="0" y="0"/>
                  </a:moveTo>
                  <a:lnTo>
                    <a:pt x="3339629" y="0"/>
                  </a:lnTo>
                  <a:lnTo>
                    <a:pt x="3339629" y="1693333"/>
                  </a:lnTo>
                  <a:lnTo>
                    <a:pt x="0" y="1693333"/>
                  </a:ln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339630" cy="1731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471459" y="1838829"/>
            <a:ext cx="11345081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79"/>
              </a:lnSpc>
            </a:pPr>
            <a:r>
              <a:rPr lang="en-US" sz="6799" spc="285" dirty="0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Eigenfaces Computation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25638" y="3790278"/>
            <a:ext cx="13636724" cy="1139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40"/>
              </a:lnSpc>
            </a:pPr>
            <a:r>
              <a:rPr lang="en-US" sz="3197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Convert eigenvectors: u = Av (where A is the centered data matrix and v are eigenvectors of AᵀA)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25638" y="5188820"/>
            <a:ext cx="13636724" cy="1139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40"/>
              </a:lnSpc>
            </a:pPr>
            <a:r>
              <a:rPr lang="en-US" sz="3197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Normalize u to unit length to ensure consistent magnitude across all eigenfaces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25638" y="6587362"/>
            <a:ext cx="13636724" cy="1139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40"/>
              </a:lnSpc>
            </a:pPr>
            <a:r>
              <a:rPr lang="en-US" sz="3197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Result: u = Eigenfaces — principal directions that capture maximum variance in face data</a:t>
            </a:r>
          </a:p>
        </p:txBody>
      </p:sp>
      <p:sp>
        <p:nvSpPr>
          <p:cNvPr id="15" name="Freeform 15"/>
          <p:cNvSpPr/>
          <p:nvPr/>
        </p:nvSpPr>
        <p:spPr>
          <a:xfrm flipV="1">
            <a:off x="13207104" y="-93617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0" y="2362205"/>
                </a:moveTo>
                <a:lnTo>
                  <a:pt x="5176146" y="2362205"/>
                </a:lnTo>
                <a:lnTo>
                  <a:pt x="5176146" y="0"/>
                </a:lnTo>
                <a:lnTo>
                  <a:pt x="0" y="0"/>
                </a:lnTo>
                <a:lnTo>
                  <a:pt x="0" y="23622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 flipH="1">
            <a:off x="-95250" y="8018412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5176146" y="0"/>
                </a:moveTo>
                <a:lnTo>
                  <a:pt x="0" y="0"/>
                </a:lnTo>
                <a:lnTo>
                  <a:pt x="0" y="2362205"/>
                </a:lnTo>
                <a:lnTo>
                  <a:pt x="5176146" y="2362205"/>
                </a:lnTo>
                <a:lnTo>
                  <a:pt x="517614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-29040" r="-2209"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392645" y="-17417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9274676">
            <a:off x="-1011648" y="-2227165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647876" y="4798318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1525323">
            <a:off x="16197164" y="9358507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1028700"/>
            <a:ext cx="16230600" cy="8229600"/>
            <a:chOff x="0" y="0"/>
            <a:chExt cx="3339630" cy="1693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39629" cy="1693333"/>
            </a:xfrm>
            <a:custGeom>
              <a:avLst/>
              <a:gdLst/>
              <a:ahLst/>
              <a:cxnLst/>
              <a:rect l="l" t="t" r="r" b="b"/>
              <a:pathLst>
                <a:path w="3339629" h="1693333">
                  <a:moveTo>
                    <a:pt x="0" y="0"/>
                  </a:moveTo>
                  <a:lnTo>
                    <a:pt x="3339629" y="0"/>
                  </a:lnTo>
                  <a:lnTo>
                    <a:pt x="3339629" y="1693333"/>
                  </a:lnTo>
                  <a:lnTo>
                    <a:pt x="0" y="1693333"/>
                  </a:ln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339630" cy="1731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998492" y="1654169"/>
            <a:ext cx="14276946" cy="1014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25"/>
              </a:lnSpc>
            </a:pPr>
            <a:r>
              <a:rPr lang="en-US" sz="7114" spc="298" dirty="0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Interpretation of Eigenfaces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98492" y="4817691"/>
            <a:ext cx="14291017" cy="749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45"/>
              </a:lnSpc>
            </a:pPr>
            <a:r>
              <a:rPr lang="en-US" sz="2144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Each eigenface represents a principal direction of variation in the face space. These are not actual faces, but abstract patterns that capture the most significant ways faces differ from the mean face.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98492" y="4077593"/>
            <a:ext cx="7636132" cy="58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22"/>
              </a:lnSpc>
              <a:spcBef>
                <a:spcPct val="0"/>
              </a:spcBef>
            </a:pPr>
            <a:r>
              <a:rPr lang="en-US" sz="4111" u="none" strike="noStrike" spc="172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Patterns of Variation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98492" y="7051670"/>
            <a:ext cx="14291017" cy="749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45"/>
              </a:lnSpc>
            </a:pPr>
            <a:r>
              <a:rPr lang="en-US" sz="2144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Eigenfaces encode variations in lighting conditions, facial structure differences, and distinctive feature patterns. Higher-ranked eigenfaces capture global features while lower-ranked ones represent finer details.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98492" y="6311572"/>
            <a:ext cx="7636132" cy="58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22"/>
              </a:lnSpc>
              <a:spcBef>
                <a:spcPct val="0"/>
              </a:spcBef>
            </a:pPr>
            <a:r>
              <a:rPr lang="en-US" sz="4111" u="none" strike="noStrike" spc="172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What Eigenfaces Capture</a:t>
            </a:r>
          </a:p>
        </p:txBody>
      </p:sp>
      <p:sp>
        <p:nvSpPr>
          <p:cNvPr id="16" name="Freeform 16"/>
          <p:cNvSpPr/>
          <p:nvPr/>
        </p:nvSpPr>
        <p:spPr>
          <a:xfrm flipV="1">
            <a:off x="13207104" y="-93617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0" y="2362205"/>
                </a:moveTo>
                <a:lnTo>
                  <a:pt x="5176146" y="2362205"/>
                </a:lnTo>
                <a:lnTo>
                  <a:pt x="5176146" y="0"/>
                </a:lnTo>
                <a:lnTo>
                  <a:pt x="0" y="0"/>
                </a:lnTo>
                <a:lnTo>
                  <a:pt x="0" y="23622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 flipH="1">
            <a:off x="-95250" y="8018412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5176146" y="0"/>
                </a:moveTo>
                <a:lnTo>
                  <a:pt x="0" y="0"/>
                </a:lnTo>
                <a:lnTo>
                  <a:pt x="0" y="2362205"/>
                </a:lnTo>
                <a:lnTo>
                  <a:pt x="5176146" y="2362205"/>
                </a:lnTo>
                <a:lnTo>
                  <a:pt x="517614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-29040" r="-2209"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392645" y="-17417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9274676">
            <a:off x="-1011648" y="-2227165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647876" y="4798318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1525323">
            <a:off x="16197164" y="9358507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1028700"/>
            <a:ext cx="16230600" cy="8229600"/>
            <a:chOff x="0" y="0"/>
            <a:chExt cx="3339630" cy="1693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39629" cy="1693333"/>
            </a:xfrm>
            <a:custGeom>
              <a:avLst/>
              <a:gdLst/>
              <a:ahLst/>
              <a:cxnLst/>
              <a:rect l="l" t="t" r="r" b="b"/>
              <a:pathLst>
                <a:path w="3339629" h="1693333">
                  <a:moveTo>
                    <a:pt x="0" y="0"/>
                  </a:moveTo>
                  <a:lnTo>
                    <a:pt x="3339629" y="0"/>
                  </a:lnTo>
                  <a:lnTo>
                    <a:pt x="3339629" y="1693333"/>
                  </a:lnTo>
                  <a:lnTo>
                    <a:pt x="0" y="1693333"/>
                  </a:ln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339630" cy="1731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312355" y="1637180"/>
            <a:ext cx="11345081" cy="1098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516"/>
              </a:lnSpc>
            </a:pPr>
            <a:r>
              <a:rPr lang="en-US" sz="7742" spc="325" dirty="0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Variance &amp; Selection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25638" y="3790278"/>
            <a:ext cx="13636724" cy="1139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40"/>
              </a:lnSpc>
            </a:pPr>
            <a:r>
              <a:rPr lang="en-US" sz="3197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Eigenvalues indicate importance: λ₁ ≥ λ₂ ≥ ... ≥ λₙ rank the significance of each eigenface in capturing facial variation.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25638" y="5188820"/>
            <a:ext cx="13636724" cy="1139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40"/>
              </a:lnSpc>
            </a:pPr>
            <a:r>
              <a:rPr lang="en-US" sz="3197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Sort eigenfaces by eigenvalues: Arrange eigenfaces U = [u₁ u₂ ... uₙ] in descending order of their corresponding eigenvalues.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25638" y="6587362"/>
            <a:ext cx="13636724" cy="1139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40"/>
              </a:lnSpc>
            </a:pPr>
            <a:r>
              <a:rPr lang="en-US" sz="3197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Keep top k eigenfaces where k ≪ 10,000: Select only the most significant components to achieve dimensionality reduction while preserving variance.</a:t>
            </a:r>
          </a:p>
        </p:txBody>
      </p:sp>
      <p:sp>
        <p:nvSpPr>
          <p:cNvPr id="15" name="Freeform 15"/>
          <p:cNvSpPr/>
          <p:nvPr/>
        </p:nvSpPr>
        <p:spPr>
          <a:xfrm flipV="1">
            <a:off x="13207104" y="-93617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0" y="2362205"/>
                </a:moveTo>
                <a:lnTo>
                  <a:pt x="5176146" y="2362205"/>
                </a:lnTo>
                <a:lnTo>
                  <a:pt x="5176146" y="0"/>
                </a:lnTo>
                <a:lnTo>
                  <a:pt x="0" y="0"/>
                </a:lnTo>
                <a:lnTo>
                  <a:pt x="0" y="23622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 flipH="1">
            <a:off x="-95250" y="8018412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5176146" y="0"/>
                </a:moveTo>
                <a:lnTo>
                  <a:pt x="0" y="0"/>
                </a:lnTo>
                <a:lnTo>
                  <a:pt x="0" y="2362205"/>
                </a:lnTo>
                <a:lnTo>
                  <a:pt x="5176146" y="2362205"/>
                </a:lnTo>
                <a:lnTo>
                  <a:pt x="517614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-29040" r="-2209"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392645" y="-17417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9274676">
            <a:off x="-1011648" y="-2227165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647876" y="4798318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1525323">
            <a:off x="16197164" y="9358507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1136382"/>
            <a:ext cx="16230600" cy="8229600"/>
            <a:chOff x="0" y="0"/>
            <a:chExt cx="3339630" cy="1693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39629" cy="1693333"/>
            </a:xfrm>
            <a:custGeom>
              <a:avLst/>
              <a:gdLst/>
              <a:ahLst/>
              <a:cxnLst/>
              <a:rect l="l" t="t" r="r" b="b"/>
              <a:pathLst>
                <a:path w="3339629" h="1693333">
                  <a:moveTo>
                    <a:pt x="0" y="0"/>
                  </a:moveTo>
                  <a:lnTo>
                    <a:pt x="3339629" y="0"/>
                  </a:lnTo>
                  <a:lnTo>
                    <a:pt x="3339629" y="1693333"/>
                  </a:lnTo>
                  <a:lnTo>
                    <a:pt x="0" y="1693333"/>
                  </a:ln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339630" cy="1731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005527" y="2255487"/>
            <a:ext cx="14276946" cy="1422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992"/>
              </a:lnSpc>
            </a:pPr>
            <a:r>
              <a:rPr lang="en-US" sz="9992" spc="419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Projection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91456" y="5116847"/>
            <a:ext cx="14291017" cy="749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45"/>
              </a:lnSpc>
            </a:pPr>
            <a:r>
              <a:rPr lang="en-US" sz="2144" dirty="0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Project any face image into the eigenface subspace using the transformation: w = Uᵀ(x − μ), where U contains the top k eigenfaces, x is the input face vector, and μ is the mean face.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98492" y="4077593"/>
            <a:ext cx="7636132" cy="535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66"/>
              </a:lnSpc>
              <a:spcBef>
                <a:spcPct val="0"/>
              </a:spcBef>
            </a:pPr>
            <a:r>
              <a:rPr lang="en-US" sz="3788" u="none" strike="noStrike" spc="159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Feature Extraction Formula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98492" y="7051670"/>
            <a:ext cx="14291017" cy="749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45"/>
              </a:lnSpc>
            </a:pPr>
            <a:r>
              <a:rPr lang="en-US" sz="2144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The projection yields a k-dimensional weight vector w that compactly represents the original 10,000-dimensional face image. This compressed representation enables efficient storage and fast comparison for recognition tasks.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98492" y="6311572"/>
            <a:ext cx="7636132" cy="535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66"/>
              </a:lnSpc>
              <a:spcBef>
                <a:spcPct val="0"/>
              </a:spcBef>
            </a:pPr>
            <a:r>
              <a:rPr lang="en-US" sz="3788" u="none" strike="noStrike" spc="159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Resulting Representation</a:t>
            </a:r>
          </a:p>
        </p:txBody>
      </p:sp>
      <p:sp>
        <p:nvSpPr>
          <p:cNvPr id="16" name="Freeform 16"/>
          <p:cNvSpPr/>
          <p:nvPr/>
        </p:nvSpPr>
        <p:spPr>
          <a:xfrm flipV="1">
            <a:off x="13207104" y="-93617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0" y="2362205"/>
                </a:moveTo>
                <a:lnTo>
                  <a:pt x="5176146" y="2362205"/>
                </a:lnTo>
                <a:lnTo>
                  <a:pt x="5176146" y="0"/>
                </a:lnTo>
                <a:lnTo>
                  <a:pt x="0" y="0"/>
                </a:lnTo>
                <a:lnTo>
                  <a:pt x="0" y="23622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 flipH="1">
            <a:off x="-95250" y="8018412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5176146" y="0"/>
                </a:moveTo>
                <a:lnTo>
                  <a:pt x="0" y="0"/>
                </a:lnTo>
                <a:lnTo>
                  <a:pt x="0" y="2362205"/>
                </a:lnTo>
                <a:lnTo>
                  <a:pt x="5176146" y="2362205"/>
                </a:lnTo>
                <a:lnTo>
                  <a:pt x="517614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-29040" r="-2209"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392645" y="-17417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9274676">
            <a:off x="-1011648" y="-2227165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647876" y="4798318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1525323">
            <a:off x="16197164" y="9358507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1028700"/>
            <a:ext cx="16230600" cy="8229600"/>
            <a:chOff x="0" y="0"/>
            <a:chExt cx="3339630" cy="1693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39629" cy="1693333"/>
            </a:xfrm>
            <a:custGeom>
              <a:avLst/>
              <a:gdLst/>
              <a:ahLst/>
              <a:cxnLst/>
              <a:rect l="l" t="t" r="r" b="b"/>
              <a:pathLst>
                <a:path w="3339629" h="1693333">
                  <a:moveTo>
                    <a:pt x="0" y="0"/>
                  </a:moveTo>
                  <a:lnTo>
                    <a:pt x="3339629" y="0"/>
                  </a:lnTo>
                  <a:lnTo>
                    <a:pt x="3339629" y="1693333"/>
                  </a:lnTo>
                  <a:lnTo>
                    <a:pt x="0" y="1693333"/>
                  </a:ln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339630" cy="1731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005527" y="2255487"/>
            <a:ext cx="14276946" cy="1422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992"/>
              </a:lnSpc>
            </a:pPr>
            <a:r>
              <a:rPr lang="en-US" sz="9992" spc="419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Recognition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98492" y="4817691"/>
            <a:ext cx="14291017" cy="749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45"/>
              </a:lnSpc>
            </a:pPr>
            <a:r>
              <a:rPr lang="en-US" sz="2144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Compare projected face vector w with stored training vectors wᵢ. Calculate Euclidean distance: d = ‖w − wᵢ‖. The minimum distance indicates the closest match in the face database.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98492" y="4077593"/>
            <a:ext cx="7636132" cy="58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22"/>
              </a:lnSpc>
              <a:spcBef>
                <a:spcPct val="0"/>
              </a:spcBef>
            </a:pPr>
            <a:r>
              <a:rPr lang="en-US" sz="4111" u="none" strike="noStrike" spc="172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Distance Metric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98492" y="7051670"/>
            <a:ext cx="14291017" cy="749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45"/>
              </a:lnSpc>
            </a:pPr>
            <a:r>
              <a:rPr lang="en-US" sz="2144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If min(d) &lt; threshold τ → Face recognized as identity i. If min(d) &gt; threshold τ → Unknown face or rejection. Nearest neighbor classification provides simple yet effective matching for eigenface recognition.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98492" y="6311572"/>
            <a:ext cx="7636132" cy="58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22"/>
              </a:lnSpc>
              <a:spcBef>
                <a:spcPct val="0"/>
              </a:spcBef>
            </a:pPr>
            <a:r>
              <a:rPr lang="en-US" sz="4111" u="none" strike="noStrike" spc="172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Classification Decision</a:t>
            </a:r>
          </a:p>
        </p:txBody>
      </p:sp>
      <p:sp>
        <p:nvSpPr>
          <p:cNvPr id="16" name="Freeform 16"/>
          <p:cNvSpPr/>
          <p:nvPr/>
        </p:nvSpPr>
        <p:spPr>
          <a:xfrm flipV="1">
            <a:off x="13207104" y="-93617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0" y="2362205"/>
                </a:moveTo>
                <a:lnTo>
                  <a:pt x="5176146" y="2362205"/>
                </a:lnTo>
                <a:lnTo>
                  <a:pt x="5176146" y="0"/>
                </a:lnTo>
                <a:lnTo>
                  <a:pt x="0" y="0"/>
                </a:lnTo>
                <a:lnTo>
                  <a:pt x="0" y="23622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 flipH="1">
            <a:off x="-95250" y="8018412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5176146" y="0"/>
                </a:moveTo>
                <a:lnTo>
                  <a:pt x="0" y="0"/>
                </a:lnTo>
                <a:lnTo>
                  <a:pt x="0" y="2362205"/>
                </a:lnTo>
                <a:lnTo>
                  <a:pt x="5176146" y="2362205"/>
                </a:lnTo>
                <a:lnTo>
                  <a:pt x="517614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-29040" r="-2209"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392645" y="-17417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9274676">
            <a:off x="-1011648" y="-2227165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647876" y="4798318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1525323">
            <a:off x="16197164" y="9358507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143000" y="1093070"/>
            <a:ext cx="16230600" cy="8229600"/>
            <a:chOff x="0" y="0"/>
            <a:chExt cx="3339630" cy="1693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39629" cy="1693333"/>
            </a:xfrm>
            <a:custGeom>
              <a:avLst/>
              <a:gdLst/>
              <a:ahLst/>
              <a:cxnLst/>
              <a:rect l="l" t="t" r="r" b="b"/>
              <a:pathLst>
                <a:path w="3339629" h="1693333">
                  <a:moveTo>
                    <a:pt x="0" y="0"/>
                  </a:moveTo>
                  <a:lnTo>
                    <a:pt x="3339629" y="0"/>
                  </a:lnTo>
                  <a:lnTo>
                    <a:pt x="3339629" y="1693333"/>
                  </a:lnTo>
                  <a:lnTo>
                    <a:pt x="0" y="1693333"/>
                  </a:ln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339630" cy="1731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319179" y="1631136"/>
            <a:ext cx="11345081" cy="1213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37"/>
              </a:lnSpc>
            </a:pPr>
            <a:r>
              <a:rPr lang="en-US" sz="8579" spc="360" dirty="0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Geometric Intuition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25638" y="3809328"/>
            <a:ext cx="13636724" cy="996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41"/>
              </a:lnSpc>
            </a:pPr>
            <a:r>
              <a:rPr lang="en-US" sz="2846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Faces lie in high-dimensional space where each pixel represents a dimension, creating a vast feature space that is computationally challenging to navigate directly.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25638" y="5207870"/>
            <a:ext cx="13636724" cy="996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41"/>
              </a:lnSpc>
            </a:pPr>
            <a:r>
              <a:rPr lang="en-US" sz="2846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PCA finds new axes called principal components by rotating the coordinate system to align with directions of maximum variance in the face data.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25638" y="6606412"/>
            <a:ext cx="13636724" cy="996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41"/>
              </a:lnSpc>
            </a:pPr>
            <a:r>
              <a:rPr lang="en-US" sz="2846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Data is projected onto a lower-dimensional subspace, preserving the most significant variations while dramatically reducing computational complexity.</a:t>
            </a:r>
          </a:p>
        </p:txBody>
      </p:sp>
      <p:sp>
        <p:nvSpPr>
          <p:cNvPr id="15" name="Freeform 15"/>
          <p:cNvSpPr/>
          <p:nvPr/>
        </p:nvSpPr>
        <p:spPr>
          <a:xfrm flipV="1">
            <a:off x="13207104" y="-93617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0" y="2362205"/>
                </a:moveTo>
                <a:lnTo>
                  <a:pt x="5176146" y="2362205"/>
                </a:lnTo>
                <a:lnTo>
                  <a:pt x="5176146" y="0"/>
                </a:lnTo>
                <a:lnTo>
                  <a:pt x="0" y="0"/>
                </a:lnTo>
                <a:lnTo>
                  <a:pt x="0" y="23622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 flipH="1">
            <a:off x="-95250" y="8018412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5176146" y="0"/>
                </a:moveTo>
                <a:lnTo>
                  <a:pt x="0" y="0"/>
                </a:lnTo>
                <a:lnTo>
                  <a:pt x="0" y="2362205"/>
                </a:lnTo>
                <a:lnTo>
                  <a:pt x="5176146" y="2362205"/>
                </a:lnTo>
                <a:lnTo>
                  <a:pt x="517614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-29040" r="-2209"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392645" y="-17417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9274676">
            <a:off x="-1011648" y="-2227165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647876" y="4798318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1525323">
            <a:off x="16197164" y="9358507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1028700"/>
            <a:ext cx="16230600" cy="8229600"/>
            <a:chOff x="0" y="0"/>
            <a:chExt cx="3339630" cy="1693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39629" cy="1693333"/>
            </a:xfrm>
            <a:custGeom>
              <a:avLst/>
              <a:gdLst/>
              <a:ahLst/>
              <a:cxnLst/>
              <a:rect l="l" t="t" r="r" b="b"/>
              <a:pathLst>
                <a:path w="3339629" h="1693333">
                  <a:moveTo>
                    <a:pt x="0" y="0"/>
                  </a:moveTo>
                  <a:lnTo>
                    <a:pt x="3339629" y="0"/>
                  </a:lnTo>
                  <a:lnTo>
                    <a:pt x="3339629" y="1693333"/>
                  </a:lnTo>
                  <a:lnTo>
                    <a:pt x="0" y="1693333"/>
                  </a:ln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339630" cy="1731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471460" y="1318694"/>
            <a:ext cx="11345081" cy="141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934"/>
              </a:lnSpc>
            </a:pPr>
            <a:r>
              <a:rPr lang="en-US" sz="9940" spc="417" dirty="0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Why PCA Works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25638" y="3799803"/>
            <a:ext cx="13636724" cy="10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74"/>
              </a:lnSpc>
            </a:pPr>
            <a:r>
              <a:rPr lang="en-US" sz="3080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Removes Redundancy: Correlated pixels are combined into fewer, independent components, eliminating repetitive information across the image.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25638" y="5198345"/>
            <a:ext cx="13636724" cy="10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74"/>
              </a:lnSpc>
            </a:pPr>
            <a:r>
              <a:rPr lang="en-US" sz="3080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Maximizes Variance: Principal components capture the directions of greatest variation, preserving the most discriminative facial features.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25638" y="6596887"/>
            <a:ext cx="13636724" cy="10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74"/>
              </a:lnSpc>
            </a:pPr>
            <a:r>
              <a:rPr lang="en-US" sz="3080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Filters Noise: By discarding components with low eigenvalues, PCA naturally suppresses noise and minor variations like lighting changes.</a:t>
            </a:r>
          </a:p>
        </p:txBody>
      </p:sp>
      <p:sp>
        <p:nvSpPr>
          <p:cNvPr id="15" name="Freeform 15"/>
          <p:cNvSpPr/>
          <p:nvPr/>
        </p:nvSpPr>
        <p:spPr>
          <a:xfrm flipV="1">
            <a:off x="13207104" y="-93617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0" y="2362205"/>
                </a:moveTo>
                <a:lnTo>
                  <a:pt x="5176146" y="2362205"/>
                </a:lnTo>
                <a:lnTo>
                  <a:pt x="5176146" y="0"/>
                </a:lnTo>
                <a:lnTo>
                  <a:pt x="0" y="0"/>
                </a:lnTo>
                <a:lnTo>
                  <a:pt x="0" y="23622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 flipH="1">
            <a:off x="-95250" y="8018412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5176146" y="0"/>
                </a:moveTo>
                <a:lnTo>
                  <a:pt x="0" y="0"/>
                </a:lnTo>
                <a:lnTo>
                  <a:pt x="0" y="2362205"/>
                </a:lnTo>
                <a:lnTo>
                  <a:pt x="5176146" y="2362205"/>
                </a:lnTo>
                <a:lnTo>
                  <a:pt x="517614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-29040" r="-2209"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392645" y="-17417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9274676">
            <a:off x="-1011648" y="-2227165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647876" y="4798318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1525323">
            <a:off x="16197164" y="9358507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1028700"/>
            <a:ext cx="16230600" cy="8229600"/>
            <a:chOff x="0" y="0"/>
            <a:chExt cx="3339630" cy="1693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39629" cy="1693333"/>
            </a:xfrm>
            <a:custGeom>
              <a:avLst/>
              <a:gdLst/>
              <a:ahLst/>
              <a:cxnLst/>
              <a:rect l="l" t="t" r="r" b="b"/>
              <a:pathLst>
                <a:path w="3339629" h="1693333">
                  <a:moveTo>
                    <a:pt x="0" y="0"/>
                  </a:moveTo>
                  <a:lnTo>
                    <a:pt x="3339629" y="0"/>
                  </a:lnTo>
                  <a:lnTo>
                    <a:pt x="3339629" y="1693333"/>
                  </a:lnTo>
                  <a:lnTo>
                    <a:pt x="0" y="1693333"/>
                  </a:ln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339630" cy="1731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471460" y="2255487"/>
            <a:ext cx="11345081" cy="1422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992"/>
              </a:lnSpc>
            </a:pPr>
            <a:r>
              <a:rPr lang="en-US" sz="9992" spc="419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Conclusion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25638" y="3799803"/>
            <a:ext cx="13636724" cy="1112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69"/>
              </a:lnSpc>
            </a:pPr>
            <a:r>
              <a:rPr lang="en-US" sz="3147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PCA effectively reduces dimensionality of face images from thousands of pixels to a compact feature vector, enabling efficient storage and processing.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25638" y="5198345"/>
            <a:ext cx="13636724" cy="1112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69"/>
              </a:lnSpc>
            </a:pPr>
            <a:r>
              <a:rPr lang="en-US" sz="3147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Eigenfaces represent the principal components of face variations, capturing essential facial features while filtering out noise and redundancy.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25638" y="6596887"/>
            <a:ext cx="13636724" cy="1112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69"/>
              </a:lnSpc>
            </a:pPr>
            <a:r>
              <a:rPr lang="en-US" sz="3147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The method enables efficient face recognition through simple distance-based matching in the reduced eigenface subspace.</a:t>
            </a:r>
          </a:p>
        </p:txBody>
      </p:sp>
      <p:sp>
        <p:nvSpPr>
          <p:cNvPr id="15" name="Freeform 15"/>
          <p:cNvSpPr/>
          <p:nvPr/>
        </p:nvSpPr>
        <p:spPr>
          <a:xfrm flipV="1">
            <a:off x="13207104" y="-93617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0" y="2362205"/>
                </a:moveTo>
                <a:lnTo>
                  <a:pt x="5176146" y="2362205"/>
                </a:lnTo>
                <a:lnTo>
                  <a:pt x="5176146" y="0"/>
                </a:lnTo>
                <a:lnTo>
                  <a:pt x="0" y="0"/>
                </a:lnTo>
                <a:lnTo>
                  <a:pt x="0" y="23622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 flipH="1">
            <a:off x="-95250" y="8018412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5176146" y="0"/>
                </a:moveTo>
                <a:lnTo>
                  <a:pt x="0" y="0"/>
                </a:lnTo>
                <a:lnTo>
                  <a:pt x="0" y="2362205"/>
                </a:lnTo>
                <a:lnTo>
                  <a:pt x="5176146" y="2362205"/>
                </a:lnTo>
                <a:lnTo>
                  <a:pt x="517614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-29040" r="-2209"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392645" y="-17417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9274676">
            <a:off x="-1011648" y="-2227165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647876" y="4798318"/>
            <a:ext cx="8032769" cy="5506098"/>
          </a:xfrm>
          <a:custGeom>
            <a:avLst/>
            <a:gdLst/>
            <a:ahLst/>
            <a:cxnLst/>
            <a:rect l="l" t="t" r="r" b="b"/>
            <a:pathLst>
              <a:path w="8032769" h="5506098">
                <a:moveTo>
                  <a:pt x="0" y="0"/>
                </a:moveTo>
                <a:lnTo>
                  <a:pt x="8032769" y="0"/>
                </a:lnTo>
                <a:lnTo>
                  <a:pt x="8032769" y="5506099"/>
                </a:lnTo>
                <a:lnTo>
                  <a:pt x="0" y="5506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1525323">
            <a:off x="16197164" y="9358507"/>
            <a:ext cx="3102485" cy="3155658"/>
          </a:xfrm>
          <a:custGeom>
            <a:avLst/>
            <a:gdLst/>
            <a:ahLst/>
            <a:cxnLst/>
            <a:rect l="l" t="t" r="r" b="b"/>
            <a:pathLst>
              <a:path w="3102485" h="3155658">
                <a:moveTo>
                  <a:pt x="0" y="0"/>
                </a:moveTo>
                <a:lnTo>
                  <a:pt x="3102484" y="0"/>
                </a:lnTo>
                <a:lnTo>
                  <a:pt x="3102484" y="3155658"/>
                </a:lnTo>
                <a:lnTo>
                  <a:pt x="0" y="3155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361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1028700"/>
            <a:ext cx="16230600" cy="8229600"/>
            <a:chOff x="0" y="0"/>
            <a:chExt cx="3339630" cy="1693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39629" cy="1693333"/>
            </a:xfrm>
            <a:custGeom>
              <a:avLst/>
              <a:gdLst/>
              <a:ahLst/>
              <a:cxnLst/>
              <a:rect l="l" t="t" r="r" b="b"/>
              <a:pathLst>
                <a:path w="3339629" h="1693333">
                  <a:moveTo>
                    <a:pt x="0" y="0"/>
                  </a:moveTo>
                  <a:lnTo>
                    <a:pt x="3339629" y="0"/>
                  </a:lnTo>
                  <a:lnTo>
                    <a:pt x="3339629" y="1693333"/>
                  </a:lnTo>
                  <a:lnTo>
                    <a:pt x="0" y="1693333"/>
                  </a:ln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339630" cy="1731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471460" y="2255487"/>
            <a:ext cx="11345081" cy="1422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992"/>
              </a:lnSpc>
            </a:pPr>
            <a:r>
              <a:rPr lang="en-US" sz="9992" spc="419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Conclusion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25638" y="3809328"/>
            <a:ext cx="13636724" cy="1032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60"/>
              </a:lnSpc>
            </a:pPr>
            <a:r>
              <a:rPr lang="en-US" sz="2929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PCA effectively reduces high-dimensional image data (10,000+ features) to a compact, manageable representation while preserving essential facial information.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25638" y="5207870"/>
            <a:ext cx="13636724" cy="1032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60"/>
              </a:lnSpc>
            </a:pPr>
            <a:r>
              <a:rPr lang="en-US" sz="2929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Eigenfaces are the principal components of face images, capturing the most significant patterns of variation across the training dataset.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25638" y="6606412"/>
            <a:ext cx="13636724" cy="1032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60"/>
              </a:lnSpc>
            </a:pPr>
            <a:r>
              <a:rPr lang="en-US" sz="2929">
                <a:solidFill>
                  <a:srgbClr val="2C3342"/>
                </a:solidFill>
                <a:latin typeface="Asap"/>
                <a:ea typeface="Asap"/>
                <a:cs typeface="Asap"/>
                <a:sym typeface="Asap"/>
              </a:rPr>
              <a:t>This approach enables efficient face recognition through simple distance-based matching in a low-dimensional subspace.</a:t>
            </a:r>
          </a:p>
        </p:txBody>
      </p:sp>
      <p:sp>
        <p:nvSpPr>
          <p:cNvPr id="15" name="Freeform 15"/>
          <p:cNvSpPr/>
          <p:nvPr/>
        </p:nvSpPr>
        <p:spPr>
          <a:xfrm flipV="1">
            <a:off x="13207104" y="-93617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0" y="2362205"/>
                </a:moveTo>
                <a:lnTo>
                  <a:pt x="5176146" y="2362205"/>
                </a:lnTo>
                <a:lnTo>
                  <a:pt x="5176146" y="0"/>
                </a:lnTo>
                <a:lnTo>
                  <a:pt x="0" y="0"/>
                </a:lnTo>
                <a:lnTo>
                  <a:pt x="0" y="23622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 flipH="1">
            <a:off x="-95250" y="8018412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5176146" y="0"/>
                </a:moveTo>
                <a:lnTo>
                  <a:pt x="0" y="0"/>
                </a:lnTo>
                <a:lnTo>
                  <a:pt x="0" y="2362205"/>
                </a:lnTo>
                <a:lnTo>
                  <a:pt x="5176146" y="2362205"/>
                </a:lnTo>
                <a:lnTo>
                  <a:pt x="517614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-29040" r="-2209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3449896" y="-670801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0" y="2362205"/>
                </a:moveTo>
                <a:lnTo>
                  <a:pt x="5176146" y="2362205"/>
                </a:lnTo>
                <a:lnTo>
                  <a:pt x="5176146" y="0"/>
                </a:lnTo>
                <a:lnTo>
                  <a:pt x="0" y="0"/>
                </a:lnTo>
                <a:lnTo>
                  <a:pt x="0" y="23622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flipH="1">
            <a:off x="-338042" y="8595596"/>
            <a:ext cx="5176146" cy="2362205"/>
          </a:xfrm>
          <a:custGeom>
            <a:avLst/>
            <a:gdLst/>
            <a:ahLst/>
            <a:cxnLst/>
            <a:rect l="l" t="t" r="r" b="b"/>
            <a:pathLst>
              <a:path w="5176146" h="2362205">
                <a:moveTo>
                  <a:pt x="5176146" y="0"/>
                </a:moveTo>
                <a:lnTo>
                  <a:pt x="0" y="0"/>
                </a:lnTo>
                <a:lnTo>
                  <a:pt x="0" y="2362205"/>
                </a:lnTo>
                <a:lnTo>
                  <a:pt x="5176146" y="2362205"/>
                </a:lnTo>
                <a:lnTo>
                  <a:pt x="517614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8651767" y="3499847"/>
            <a:ext cx="10030697" cy="6875587"/>
          </a:xfrm>
          <a:custGeom>
            <a:avLst/>
            <a:gdLst/>
            <a:ahLst/>
            <a:cxnLst/>
            <a:rect l="l" t="t" r="r" b="b"/>
            <a:pathLst>
              <a:path w="10030697" h="6875587">
                <a:moveTo>
                  <a:pt x="0" y="0"/>
                </a:moveTo>
                <a:lnTo>
                  <a:pt x="10030697" y="0"/>
                </a:lnTo>
                <a:lnTo>
                  <a:pt x="10030697" y="6875587"/>
                </a:lnTo>
                <a:lnTo>
                  <a:pt x="0" y="68755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1525323">
            <a:off x="15581285" y="9194256"/>
            <a:ext cx="3874142" cy="3940540"/>
          </a:xfrm>
          <a:custGeom>
            <a:avLst/>
            <a:gdLst/>
            <a:ahLst/>
            <a:cxnLst/>
            <a:rect l="l" t="t" r="r" b="b"/>
            <a:pathLst>
              <a:path w="3874142" h="3940540">
                <a:moveTo>
                  <a:pt x="0" y="0"/>
                </a:moveTo>
                <a:lnTo>
                  <a:pt x="3874142" y="0"/>
                </a:lnTo>
                <a:lnTo>
                  <a:pt x="3874142" y="3940540"/>
                </a:lnTo>
                <a:lnTo>
                  <a:pt x="0" y="39405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29361"/>
            </a:stretch>
          </a:blipFill>
        </p:spPr>
      </p:sp>
      <p:sp>
        <p:nvSpPr>
          <p:cNvPr id="7" name="Freeform 7"/>
          <p:cNvSpPr/>
          <p:nvPr/>
        </p:nvSpPr>
        <p:spPr>
          <a:xfrm rot="-10800000">
            <a:off x="-394464" y="-88434"/>
            <a:ext cx="10030697" cy="6875587"/>
          </a:xfrm>
          <a:custGeom>
            <a:avLst/>
            <a:gdLst/>
            <a:ahLst/>
            <a:cxnLst/>
            <a:rect l="l" t="t" r="r" b="b"/>
            <a:pathLst>
              <a:path w="10030697" h="6875587">
                <a:moveTo>
                  <a:pt x="0" y="0"/>
                </a:moveTo>
                <a:lnTo>
                  <a:pt x="10030697" y="0"/>
                </a:lnTo>
                <a:lnTo>
                  <a:pt x="10030697" y="6875587"/>
                </a:lnTo>
                <a:lnTo>
                  <a:pt x="0" y="68755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 rot="9274676">
            <a:off x="-1167427" y="-2847796"/>
            <a:ext cx="3874142" cy="3940540"/>
          </a:xfrm>
          <a:custGeom>
            <a:avLst/>
            <a:gdLst/>
            <a:ahLst/>
            <a:cxnLst/>
            <a:rect l="l" t="t" r="r" b="b"/>
            <a:pathLst>
              <a:path w="3874142" h="3940540">
                <a:moveTo>
                  <a:pt x="0" y="0"/>
                </a:moveTo>
                <a:lnTo>
                  <a:pt x="3874142" y="0"/>
                </a:lnTo>
                <a:lnTo>
                  <a:pt x="3874142" y="3940540"/>
                </a:lnTo>
                <a:lnTo>
                  <a:pt x="0" y="39405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29361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170455" y="4047822"/>
            <a:ext cx="15947089" cy="2353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89"/>
              </a:lnSpc>
            </a:pPr>
            <a:r>
              <a:rPr lang="en-US" sz="16536" spc="694">
                <a:solidFill>
                  <a:srgbClr val="2C3342"/>
                </a:solidFill>
                <a:latin typeface="Atteron"/>
                <a:ea typeface="Atteron"/>
                <a:cs typeface="Atteron"/>
                <a:sym typeface="Attero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1117</Words>
  <Application>Microsoft Office PowerPoint</Application>
  <PresentationFormat>Custom</PresentationFormat>
  <Paragraphs>75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Calibri</vt:lpstr>
      <vt:lpstr>Arial</vt:lpstr>
      <vt:lpstr>Atteron</vt:lpstr>
      <vt:lpstr>Asap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Detection with PCA Eigenfaces</dc:title>
  <cp:lastModifiedBy>Gopya Nakka</cp:lastModifiedBy>
  <cp:revision>1</cp:revision>
  <dcterms:created xsi:type="dcterms:W3CDTF">2006-08-16T00:00:00Z</dcterms:created>
  <dcterms:modified xsi:type="dcterms:W3CDTF">2026-04-15T04:04:52Z</dcterms:modified>
  <dc:identifier>DAHG4huiRKc</dc:identifier>
</cp:coreProperties>
</file>